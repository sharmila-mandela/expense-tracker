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
  </p:notesMasterIdLst>
  <p:handoutMasterIdLst>
    <p:handoutMasterId r:id="rId11"/>
  </p:handoutMasterIdLst>
  <p:sldIdLst>
    <p:sldId id="265" r:id="rId2"/>
    <p:sldId id="321" r:id="rId3"/>
    <p:sldId id="310" r:id="rId4"/>
    <p:sldId id="322" r:id="rId5"/>
    <p:sldId id="320" r:id="rId6"/>
    <p:sldId id="323" r:id="rId7"/>
    <p:sldId id="325" r:id="rId8"/>
    <p:sldId id="326" r:id="rId9"/>
  </p:sldIdLst>
  <p:sldSz cx="12188825" cy="6858000"/>
  <p:notesSz cx="6858000" cy="9144000"/>
  <p:custDataLst>
    <p:tags r:id="rId12"/>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839" userDrawn="1">
          <p15:clr>
            <a:srgbClr val="A4A3A4"/>
          </p15:clr>
        </p15:guide>
        <p15:guide id="2" orient="horz" pos="216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29" autoAdjust="0"/>
  </p:normalViewPr>
  <p:slideViewPr>
    <p:cSldViewPr showGuides="1">
      <p:cViewPr varScale="1">
        <p:scale>
          <a:sx n="82" d="100"/>
          <a:sy n="82" d="100"/>
        </p:scale>
        <p:origin x="720" y="72"/>
      </p:cViewPr>
      <p:guideLst>
        <p:guide pos="3839"/>
        <p:guide orient="horz" pos="2160"/>
      </p:guideLst>
    </p:cSldViewPr>
  </p:slideViewPr>
  <p:outlineViewPr>
    <p:cViewPr>
      <p:scale>
        <a:sx n="33" d="100"/>
        <a:sy n="33" d="100"/>
      </p:scale>
      <p:origin x="0" y="0"/>
    </p:cViewPr>
  </p:outlineViewPr>
  <p:notesTextViewPr>
    <p:cViewPr>
      <p:scale>
        <a:sx n="1" d="1"/>
        <a:sy n="1" d="1"/>
      </p:scale>
      <p:origin x="0" y="0"/>
    </p:cViewPr>
  </p:notesTextViewPr>
  <p:notesViewPr>
    <p:cSldViewPr showGuides="1">
      <p:cViewPr varScale="1">
        <p:scale>
          <a:sx n="63" d="100"/>
          <a:sy n="63" d="100"/>
        </p:scale>
        <p:origin x="1986" y="10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gs" Target="tags/tag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9088EAF-6ECA-4616-85EF-35AA19C641F3}" type="datetimeFigureOut">
              <a:rPr lang="en-US"/>
              <a:t>4/16/2024</a:t>
            </a:fld>
            <a:endParaRPr/>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9F912AB-2776-42F2-A957-313FC7EFEDB9}" type="slidenum">
              <a:rPr/>
              <a:t>‹#›</a:t>
            </a:fld>
            <a:endParaRPr/>
          </a:p>
        </p:txBody>
      </p:sp>
    </p:spTree>
    <p:extLst>
      <p:ext uri="{BB962C8B-B14F-4D97-AF65-F5344CB8AC3E}">
        <p14:creationId xmlns:p14="http://schemas.microsoft.com/office/powerpoint/2010/main" val="393206574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ABD2D7A-D230-4F91-BD59-0A39C2703BA8}" type="datetimeFigureOut">
              <a:rPr lang="en-US"/>
              <a:t>4/16/2024</a:t>
            </a:fld>
            <a:endParaRPr/>
          </a:p>
        </p:txBody>
      </p:sp>
      <p:sp>
        <p:nvSpPr>
          <p:cNvPr id="4" name="Slide Image Placeholder 3"/>
          <p:cNvSpPr>
            <a:spLocks noGrp="1" noRot="1" noChangeAspect="1"/>
          </p:cNvSpPr>
          <p:nvPr>
            <p:ph type="sldImg" idx="2"/>
          </p:nvPr>
        </p:nvSpPr>
        <p:spPr>
          <a:xfrm>
            <a:off x="382588" y="685800"/>
            <a:ext cx="6092825" cy="3429000"/>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t>Click to edit Master text styles</a:t>
            </a:r>
          </a:p>
          <a:p>
            <a:pPr lvl="1"/>
            <a:r>
              <a:t>Second level</a:t>
            </a:r>
          </a:p>
          <a:p>
            <a:pPr lvl="2"/>
            <a:r>
              <a:t>Third level</a:t>
            </a:r>
          </a:p>
          <a:p>
            <a:pPr lvl="3"/>
            <a:r>
              <a:t>Fourth level</a:t>
            </a:r>
          </a:p>
          <a:p>
            <a:pPr lvl="4"/>
            <a:r>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93199CD-3E1B-4AE6-990F-76F925F5EA9F}" type="slidenum">
              <a:rPr/>
              <a:t>‹#›</a:t>
            </a:fld>
            <a:endParaRPr/>
          </a:p>
        </p:txBody>
      </p:sp>
    </p:spTree>
    <p:extLst>
      <p:ext uri="{BB962C8B-B14F-4D97-AF65-F5344CB8AC3E}">
        <p14:creationId xmlns:p14="http://schemas.microsoft.com/office/powerpoint/2010/main" val="42765798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065214" y="1828800"/>
            <a:ext cx="8229600" cy="2895600"/>
          </a:xfrm>
        </p:spPr>
        <p:txBody>
          <a:bodyPr anchor="b">
            <a:normAutofit/>
          </a:bodyPr>
          <a:lstStyle>
            <a:lvl1pPr>
              <a:lnSpc>
                <a:spcPct val="80000"/>
              </a:lnSpc>
              <a:defRPr sz="6600">
                <a:solidFill>
                  <a:schemeClr val="tx1"/>
                </a:solidFill>
              </a:defRPr>
            </a:lvl1pPr>
          </a:lstStyle>
          <a:p>
            <a:r>
              <a:rPr lang="en-US"/>
              <a:t>Click to edit Master title style</a:t>
            </a:r>
            <a:endParaRPr/>
          </a:p>
        </p:txBody>
      </p:sp>
      <p:sp>
        <p:nvSpPr>
          <p:cNvPr id="3" name="Subtitle 2"/>
          <p:cNvSpPr>
            <a:spLocks noGrp="1"/>
          </p:cNvSpPr>
          <p:nvPr>
            <p:ph type="subTitle" idx="1"/>
          </p:nvPr>
        </p:nvSpPr>
        <p:spPr>
          <a:xfrm>
            <a:off x="1065213" y="4800600"/>
            <a:ext cx="8229600" cy="1219200"/>
          </a:xfrm>
        </p:spPr>
        <p:txBody>
          <a:bodyPr>
            <a:normAutofit/>
          </a:bodyPr>
          <a:lstStyle>
            <a:lvl1pPr marL="0" indent="0" algn="l">
              <a:spcBef>
                <a:spcPts val="0"/>
              </a:spcBef>
              <a:buNone/>
              <a:defRPr sz="2000" cap="all" spc="200" baseline="0">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a:p>
        </p:txBody>
      </p:sp>
    </p:spTree>
    <p:extLst>
      <p:ext uri="{BB962C8B-B14F-4D97-AF65-F5344CB8AC3E}">
        <p14:creationId xmlns:p14="http://schemas.microsoft.com/office/powerpoint/2010/main" val="949990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lvl5pPr>
              <a:defRPr/>
            </a:lvl5pPr>
            <a:lvl6pPr>
              <a:defRPr/>
            </a:lvl6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11"/>
          </p:nvPr>
        </p:nvSpPr>
        <p:spPr/>
        <p:txBody>
          <a:bodyPr/>
          <a:lstStyle/>
          <a:p>
            <a:endParaRPr dirty="0"/>
          </a:p>
        </p:txBody>
      </p:sp>
      <p:sp>
        <p:nvSpPr>
          <p:cNvPr id="4" name="Date Placeholder 3"/>
          <p:cNvSpPr>
            <a:spLocks noGrp="1"/>
          </p:cNvSpPr>
          <p:nvPr>
            <p:ph type="dt" sz="half" idx="10"/>
          </p:nvPr>
        </p:nvSpPr>
        <p:spPr/>
        <p:txBody>
          <a:bodyPr/>
          <a:lstStyle/>
          <a:p>
            <a:fld id="{03F41C87-7AD9-4845-A077-840E4A0F3F06}" type="datetimeFigureOut">
              <a:rPr lang="en-US"/>
              <a:t>4/16/2024</a:t>
            </a:fld>
            <a:endParaRPr/>
          </a:p>
        </p:txBody>
      </p:sp>
      <p:sp>
        <p:nvSpPr>
          <p:cNvPr id="6" name="Slide Number Placeholder 5"/>
          <p:cNvSpPr>
            <a:spLocks noGrp="1"/>
          </p:cNvSpPr>
          <p:nvPr>
            <p:ph type="sldNum" sz="quarter" idx="12"/>
          </p:nvPr>
        </p:nvSpPr>
        <p:spPr/>
        <p:txBody>
          <a:bodyPr/>
          <a:lstStyle/>
          <a:p>
            <a:fld id="{2A013F82-EE5E-44EE-A61D-E31C6657F26F}" type="slidenum">
              <a:rPr/>
              <a:t>‹#›</a:t>
            </a:fld>
            <a:endParaRPr/>
          </a:p>
        </p:txBody>
      </p:sp>
    </p:spTree>
    <p:extLst>
      <p:ext uri="{BB962C8B-B14F-4D97-AF65-F5344CB8AC3E}">
        <p14:creationId xmlns:p14="http://schemas.microsoft.com/office/powerpoint/2010/main" val="27382540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059614" y="2514600"/>
            <a:ext cx="8692399" cy="2819400"/>
          </a:xfrm>
        </p:spPr>
        <p:txBody>
          <a:bodyPr anchor="b">
            <a:normAutofit/>
          </a:bodyPr>
          <a:lstStyle>
            <a:lvl1pPr algn="l">
              <a:lnSpc>
                <a:spcPct val="80000"/>
              </a:lnSpc>
              <a:defRPr sz="4800" b="0" cap="none" baseline="0"/>
            </a:lvl1pPr>
          </a:lstStyle>
          <a:p>
            <a:r>
              <a:rPr lang="en-US"/>
              <a:t>Click to edit Master title style</a:t>
            </a:r>
            <a:endParaRPr/>
          </a:p>
        </p:txBody>
      </p:sp>
      <p:sp>
        <p:nvSpPr>
          <p:cNvPr id="3" name="Text Placeholder 2"/>
          <p:cNvSpPr>
            <a:spLocks noGrp="1"/>
          </p:cNvSpPr>
          <p:nvPr>
            <p:ph type="body" idx="1"/>
          </p:nvPr>
        </p:nvSpPr>
        <p:spPr>
          <a:xfrm>
            <a:off x="1065213" y="5410200"/>
            <a:ext cx="8687333" cy="609601"/>
          </a:xfrm>
        </p:spPr>
        <p:txBody>
          <a:bodyPr anchor="t">
            <a:normAutofit/>
          </a:bodyPr>
          <a:lstStyle>
            <a:lvl1pPr marL="0" indent="0">
              <a:spcBef>
                <a:spcPts val="0"/>
              </a:spcBef>
              <a:buNone/>
              <a:defRPr sz="2000" cap="all" spc="200" baseline="0">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5" name="Footer Placeholder 4"/>
          <p:cNvSpPr>
            <a:spLocks noGrp="1"/>
          </p:cNvSpPr>
          <p:nvPr>
            <p:ph type="ftr" sz="quarter" idx="11"/>
          </p:nvPr>
        </p:nvSpPr>
        <p:spPr/>
        <p:txBody>
          <a:bodyPr/>
          <a:lstStyle/>
          <a:p>
            <a:endParaRPr dirty="0"/>
          </a:p>
        </p:txBody>
      </p:sp>
      <p:sp>
        <p:nvSpPr>
          <p:cNvPr id="4" name="Date Placeholder 3"/>
          <p:cNvSpPr>
            <a:spLocks noGrp="1"/>
          </p:cNvSpPr>
          <p:nvPr>
            <p:ph type="dt" sz="half" idx="10"/>
          </p:nvPr>
        </p:nvSpPr>
        <p:spPr/>
        <p:txBody>
          <a:bodyPr/>
          <a:lstStyle/>
          <a:p>
            <a:fld id="{03F41C87-7AD9-4845-A077-840E4A0F3F06}" type="datetimeFigureOut">
              <a:rPr lang="en-US"/>
              <a:t>4/16/2024</a:t>
            </a:fld>
            <a:endParaRPr/>
          </a:p>
        </p:txBody>
      </p:sp>
      <p:sp>
        <p:nvSpPr>
          <p:cNvPr id="6" name="Slide Number Placeholder 5"/>
          <p:cNvSpPr>
            <a:spLocks noGrp="1"/>
          </p:cNvSpPr>
          <p:nvPr>
            <p:ph type="sldNum" sz="quarter" idx="12"/>
          </p:nvPr>
        </p:nvSpPr>
        <p:spPr/>
        <p:txBody>
          <a:bodyPr/>
          <a:lstStyle/>
          <a:p>
            <a:fld id="{2A013F82-EE5E-44EE-A61D-E31C6657F26F}" type="slidenum">
              <a:rPr/>
              <a:t>‹#›</a:t>
            </a:fld>
            <a:endParaRPr/>
          </a:p>
        </p:txBody>
      </p:sp>
    </p:spTree>
    <p:extLst>
      <p:ext uri="{BB962C8B-B14F-4D97-AF65-F5344CB8AC3E}">
        <p14:creationId xmlns:p14="http://schemas.microsoft.com/office/powerpoint/2010/main" val="17618133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1504781" y="1905001"/>
            <a:ext cx="4419599" cy="4114800"/>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Content Placeholder 3"/>
          <p:cNvSpPr>
            <a:spLocks noGrp="1"/>
          </p:cNvSpPr>
          <p:nvPr>
            <p:ph sz="half" idx="2"/>
          </p:nvPr>
        </p:nvSpPr>
        <p:spPr>
          <a:xfrm>
            <a:off x="6229183" y="1905001"/>
            <a:ext cx="4419600" cy="4114800"/>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6" name="Footer Placeholder 5"/>
          <p:cNvSpPr>
            <a:spLocks noGrp="1"/>
          </p:cNvSpPr>
          <p:nvPr>
            <p:ph type="ftr" sz="quarter" idx="11"/>
          </p:nvPr>
        </p:nvSpPr>
        <p:spPr/>
        <p:txBody>
          <a:bodyPr/>
          <a:lstStyle/>
          <a:p>
            <a:endParaRPr dirty="0"/>
          </a:p>
        </p:txBody>
      </p:sp>
      <p:sp>
        <p:nvSpPr>
          <p:cNvPr id="5" name="Date Placeholder 4"/>
          <p:cNvSpPr>
            <a:spLocks noGrp="1"/>
          </p:cNvSpPr>
          <p:nvPr>
            <p:ph type="dt" sz="half" idx="10"/>
          </p:nvPr>
        </p:nvSpPr>
        <p:spPr/>
        <p:txBody>
          <a:bodyPr/>
          <a:lstStyle/>
          <a:p>
            <a:fld id="{03F41C87-7AD9-4845-A077-840E4A0F3F06}" type="datetimeFigureOut">
              <a:rPr lang="en-US"/>
              <a:t>4/16/2024</a:t>
            </a:fld>
            <a:endParaRPr/>
          </a:p>
        </p:txBody>
      </p:sp>
      <p:sp>
        <p:nvSpPr>
          <p:cNvPr id="7" name="Slide Number Placeholder 6"/>
          <p:cNvSpPr>
            <a:spLocks noGrp="1"/>
          </p:cNvSpPr>
          <p:nvPr>
            <p:ph type="sldNum" sz="quarter" idx="12"/>
          </p:nvPr>
        </p:nvSpPr>
        <p:spPr/>
        <p:txBody>
          <a:bodyPr/>
          <a:lstStyle/>
          <a:p>
            <a:fld id="{2A013F82-EE5E-44EE-A61D-E31C6657F26F}" type="slidenum">
              <a:rPr/>
              <a:t>‹#›</a:t>
            </a:fld>
            <a:endParaRPr/>
          </a:p>
        </p:txBody>
      </p:sp>
    </p:spTree>
    <p:extLst>
      <p:ext uri="{BB962C8B-B14F-4D97-AF65-F5344CB8AC3E}">
        <p14:creationId xmlns:p14="http://schemas.microsoft.com/office/powerpoint/2010/main" val="28253407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a:p>
        </p:txBody>
      </p:sp>
      <p:sp>
        <p:nvSpPr>
          <p:cNvPr id="3" name="Text Placeholder 2"/>
          <p:cNvSpPr>
            <a:spLocks noGrp="1"/>
          </p:cNvSpPr>
          <p:nvPr>
            <p:ph type="body" idx="1"/>
          </p:nvPr>
        </p:nvSpPr>
        <p:spPr>
          <a:xfrm>
            <a:off x="1522411" y="1905000"/>
            <a:ext cx="4416552" cy="762000"/>
          </a:xfrm>
        </p:spPr>
        <p:txBody>
          <a:bodyPr anchor="ctr">
            <a:noAutofit/>
          </a:bodyPr>
          <a:lstStyle>
            <a:lvl1pPr marL="0" indent="0">
              <a:spcBef>
                <a:spcPts val="0"/>
              </a:spcBef>
              <a:buNone/>
              <a:defRPr sz="2000" b="0" cap="all" spc="200"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522411" y="2743201"/>
            <a:ext cx="4416552" cy="3276600"/>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 Placeholder 4"/>
          <p:cNvSpPr>
            <a:spLocks noGrp="1"/>
          </p:cNvSpPr>
          <p:nvPr>
            <p:ph type="body" sz="quarter" idx="3"/>
          </p:nvPr>
        </p:nvSpPr>
        <p:spPr>
          <a:xfrm>
            <a:off x="6249861" y="1905000"/>
            <a:ext cx="4416552" cy="762000"/>
          </a:xfrm>
        </p:spPr>
        <p:txBody>
          <a:bodyPr anchor="ctr">
            <a:noAutofit/>
          </a:bodyPr>
          <a:lstStyle>
            <a:lvl1pPr marL="0" indent="0">
              <a:spcBef>
                <a:spcPts val="0"/>
              </a:spcBef>
              <a:buNone/>
              <a:defRPr sz="2000" b="0" cap="all" spc="200"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49861" y="2743201"/>
            <a:ext cx="4416552" cy="3276600"/>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8" name="Footer Placeholder 7"/>
          <p:cNvSpPr>
            <a:spLocks noGrp="1"/>
          </p:cNvSpPr>
          <p:nvPr>
            <p:ph type="ftr" sz="quarter" idx="11"/>
          </p:nvPr>
        </p:nvSpPr>
        <p:spPr/>
        <p:txBody>
          <a:bodyPr/>
          <a:lstStyle/>
          <a:p>
            <a:endParaRPr dirty="0"/>
          </a:p>
        </p:txBody>
      </p:sp>
      <p:sp>
        <p:nvSpPr>
          <p:cNvPr id="7" name="Date Placeholder 6"/>
          <p:cNvSpPr>
            <a:spLocks noGrp="1"/>
          </p:cNvSpPr>
          <p:nvPr>
            <p:ph type="dt" sz="half" idx="10"/>
          </p:nvPr>
        </p:nvSpPr>
        <p:spPr/>
        <p:txBody>
          <a:bodyPr/>
          <a:lstStyle/>
          <a:p>
            <a:fld id="{03F41C87-7AD9-4845-A077-840E4A0F3F06}" type="datetimeFigureOut">
              <a:rPr lang="en-US"/>
              <a:t>4/16/2024</a:t>
            </a:fld>
            <a:endParaRPr/>
          </a:p>
        </p:txBody>
      </p:sp>
      <p:sp>
        <p:nvSpPr>
          <p:cNvPr id="9" name="Slide Number Placeholder 8"/>
          <p:cNvSpPr>
            <a:spLocks noGrp="1"/>
          </p:cNvSpPr>
          <p:nvPr>
            <p:ph type="sldNum" sz="quarter" idx="12"/>
          </p:nvPr>
        </p:nvSpPr>
        <p:spPr/>
        <p:txBody>
          <a:bodyPr/>
          <a:lstStyle/>
          <a:p>
            <a:fld id="{2A013F82-EE5E-44EE-A61D-E31C6657F26F}" type="slidenum">
              <a:rPr/>
              <a:t>‹#›</a:t>
            </a:fld>
            <a:endParaRPr/>
          </a:p>
        </p:txBody>
      </p:sp>
    </p:spTree>
    <p:extLst>
      <p:ext uri="{BB962C8B-B14F-4D97-AF65-F5344CB8AC3E}">
        <p14:creationId xmlns:p14="http://schemas.microsoft.com/office/powerpoint/2010/main" val="42084195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4" name="Footer Placeholder 3"/>
          <p:cNvSpPr>
            <a:spLocks noGrp="1"/>
          </p:cNvSpPr>
          <p:nvPr>
            <p:ph type="ftr" sz="quarter" idx="11"/>
          </p:nvPr>
        </p:nvSpPr>
        <p:spPr/>
        <p:txBody>
          <a:bodyPr/>
          <a:lstStyle/>
          <a:p>
            <a:endParaRPr/>
          </a:p>
        </p:txBody>
      </p:sp>
      <p:sp>
        <p:nvSpPr>
          <p:cNvPr id="3" name="Date Placeholder 2"/>
          <p:cNvSpPr>
            <a:spLocks noGrp="1"/>
          </p:cNvSpPr>
          <p:nvPr>
            <p:ph type="dt" sz="half" idx="10"/>
          </p:nvPr>
        </p:nvSpPr>
        <p:spPr/>
        <p:txBody>
          <a:bodyPr/>
          <a:lstStyle/>
          <a:p>
            <a:fld id="{03F41C87-7AD9-4845-A077-840E4A0F3F06}" type="datetimeFigureOut">
              <a:rPr lang="en-US"/>
              <a:t>4/16/2024</a:t>
            </a:fld>
            <a:endParaRPr/>
          </a:p>
        </p:txBody>
      </p:sp>
      <p:sp>
        <p:nvSpPr>
          <p:cNvPr id="5" name="Slide Number Placeholder 4"/>
          <p:cNvSpPr>
            <a:spLocks noGrp="1"/>
          </p:cNvSpPr>
          <p:nvPr>
            <p:ph type="sldNum" sz="quarter" idx="12"/>
          </p:nvPr>
        </p:nvSpPr>
        <p:spPr/>
        <p:txBody>
          <a:bodyPr/>
          <a:lstStyle/>
          <a:p>
            <a:fld id="{2A013F82-EE5E-44EE-A61D-E31C6657F26F}" type="slidenum">
              <a:rPr/>
              <a:t>‹#›</a:t>
            </a:fld>
            <a:endParaRPr/>
          </a:p>
        </p:txBody>
      </p:sp>
    </p:spTree>
    <p:extLst>
      <p:ext uri="{BB962C8B-B14F-4D97-AF65-F5344CB8AC3E}">
        <p14:creationId xmlns:p14="http://schemas.microsoft.com/office/powerpoint/2010/main" val="16266314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bg>
      <p:bgPr>
        <a:solidFill>
          <a:schemeClr val="bg2"/>
        </a:solidFill>
        <a:effectLst/>
      </p:bgPr>
    </p:bg>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endParaRPr/>
          </a:p>
        </p:txBody>
      </p:sp>
      <p:sp>
        <p:nvSpPr>
          <p:cNvPr id="2" name="Date Placeholder 1"/>
          <p:cNvSpPr>
            <a:spLocks noGrp="1"/>
          </p:cNvSpPr>
          <p:nvPr>
            <p:ph type="dt" sz="half" idx="10"/>
          </p:nvPr>
        </p:nvSpPr>
        <p:spPr/>
        <p:txBody>
          <a:bodyPr/>
          <a:lstStyle/>
          <a:p>
            <a:fld id="{03F41C87-7AD9-4845-A077-840E4A0F3F06}" type="datetimeFigureOut">
              <a:rPr lang="en-US"/>
              <a:t>4/16/2024</a:t>
            </a:fld>
            <a:endParaRPr/>
          </a:p>
        </p:txBody>
      </p:sp>
      <p:sp>
        <p:nvSpPr>
          <p:cNvPr id="4" name="Slide Number Placeholder 3"/>
          <p:cNvSpPr>
            <a:spLocks noGrp="1"/>
          </p:cNvSpPr>
          <p:nvPr>
            <p:ph type="sldNum" sz="quarter" idx="12"/>
          </p:nvPr>
        </p:nvSpPr>
        <p:spPr/>
        <p:txBody>
          <a:bodyPr/>
          <a:lstStyle/>
          <a:p>
            <a:fld id="{2A013F82-EE5E-44EE-A61D-E31C6657F26F}" type="slidenum">
              <a:rPr/>
              <a:t>‹#›</a:t>
            </a:fld>
            <a:endParaRPr/>
          </a:p>
        </p:txBody>
      </p:sp>
    </p:spTree>
    <p:extLst>
      <p:ext uri="{BB962C8B-B14F-4D97-AF65-F5344CB8AC3E}">
        <p14:creationId xmlns:p14="http://schemas.microsoft.com/office/powerpoint/2010/main" val="36075401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055604" y="1905000"/>
            <a:ext cx="3596607" cy="2667000"/>
          </a:xfrm>
        </p:spPr>
        <p:txBody>
          <a:bodyPr anchor="b">
            <a:noAutofit/>
          </a:bodyPr>
          <a:lstStyle>
            <a:lvl1pPr algn="l">
              <a:lnSpc>
                <a:spcPct val="90000"/>
              </a:lnSpc>
              <a:defRPr sz="3600" b="0" baseline="0">
                <a:solidFill>
                  <a:schemeClr val="tx1"/>
                </a:solidFill>
              </a:defRPr>
            </a:lvl1pPr>
          </a:lstStyle>
          <a:p>
            <a:r>
              <a:rPr lang="en-US"/>
              <a:t>Click to edit Master title style</a:t>
            </a:r>
            <a:endParaRPr/>
          </a:p>
        </p:txBody>
      </p:sp>
      <p:sp>
        <p:nvSpPr>
          <p:cNvPr id="4" name="Text Placeholder 3"/>
          <p:cNvSpPr>
            <a:spLocks noGrp="1"/>
          </p:cNvSpPr>
          <p:nvPr>
            <p:ph type="body" sz="half" idx="2"/>
          </p:nvPr>
        </p:nvSpPr>
        <p:spPr>
          <a:xfrm>
            <a:off x="1065213" y="4648200"/>
            <a:ext cx="3581399" cy="1371600"/>
          </a:xfrm>
        </p:spPr>
        <p:txBody>
          <a:bodyPr>
            <a:normAutofit/>
          </a:bodyPr>
          <a:lstStyle>
            <a:lvl1pPr marL="0" indent="0">
              <a:lnSpc>
                <a:spcPct val="90000"/>
              </a:lnSpc>
              <a:spcBef>
                <a:spcPts val="120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Content Placeholder 2"/>
          <p:cNvSpPr>
            <a:spLocks noGrp="1"/>
          </p:cNvSpPr>
          <p:nvPr>
            <p:ph idx="1"/>
          </p:nvPr>
        </p:nvSpPr>
        <p:spPr>
          <a:xfrm>
            <a:off x="4951414" y="685800"/>
            <a:ext cx="6400800" cy="5334000"/>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6" name="Footer Placeholder 5"/>
          <p:cNvSpPr>
            <a:spLocks noGrp="1"/>
          </p:cNvSpPr>
          <p:nvPr>
            <p:ph type="ftr" sz="quarter" idx="11"/>
          </p:nvPr>
        </p:nvSpPr>
        <p:spPr/>
        <p:txBody>
          <a:bodyPr/>
          <a:lstStyle/>
          <a:p>
            <a:endParaRPr/>
          </a:p>
        </p:txBody>
      </p:sp>
      <p:sp>
        <p:nvSpPr>
          <p:cNvPr id="5" name="Date Placeholder 4"/>
          <p:cNvSpPr>
            <a:spLocks noGrp="1"/>
          </p:cNvSpPr>
          <p:nvPr>
            <p:ph type="dt" sz="half" idx="10"/>
          </p:nvPr>
        </p:nvSpPr>
        <p:spPr/>
        <p:txBody>
          <a:bodyPr/>
          <a:lstStyle/>
          <a:p>
            <a:fld id="{03F41C87-7AD9-4845-A077-840E4A0F3F06}" type="datetimeFigureOut">
              <a:rPr lang="en-US"/>
              <a:t>4/16/2024</a:t>
            </a:fld>
            <a:endParaRPr/>
          </a:p>
        </p:txBody>
      </p:sp>
      <p:sp>
        <p:nvSpPr>
          <p:cNvPr id="7" name="Slide Number Placeholder 6"/>
          <p:cNvSpPr>
            <a:spLocks noGrp="1"/>
          </p:cNvSpPr>
          <p:nvPr>
            <p:ph type="sldNum" sz="quarter" idx="12"/>
          </p:nvPr>
        </p:nvSpPr>
        <p:spPr/>
        <p:txBody>
          <a:bodyPr/>
          <a:lstStyle/>
          <a:p>
            <a:fld id="{2A013F82-EE5E-44EE-A61D-E31C6657F26F}" type="slidenum">
              <a:rPr/>
              <a:t>‹#›</a:t>
            </a:fld>
            <a:endParaRPr/>
          </a:p>
        </p:txBody>
      </p:sp>
    </p:spTree>
    <p:extLst>
      <p:ext uri="{BB962C8B-B14F-4D97-AF65-F5344CB8AC3E}">
        <p14:creationId xmlns:p14="http://schemas.microsoft.com/office/powerpoint/2010/main" val="25449815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055604" y="1905000"/>
            <a:ext cx="3596607" cy="2667000"/>
          </a:xfrm>
        </p:spPr>
        <p:txBody>
          <a:bodyPr anchor="b">
            <a:normAutofit/>
          </a:bodyPr>
          <a:lstStyle>
            <a:lvl1pPr algn="l">
              <a:lnSpc>
                <a:spcPct val="90000"/>
              </a:lnSpc>
              <a:defRPr sz="3600" b="0" i="0" baseline="0">
                <a:solidFill>
                  <a:schemeClr val="tx1"/>
                </a:solidFill>
              </a:defRPr>
            </a:lvl1pPr>
          </a:lstStyle>
          <a:p>
            <a:r>
              <a:rPr lang="en-US"/>
              <a:t>Click to edit Master title style</a:t>
            </a:r>
            <a:endParaRPr/>
          </a:p>
        </p:txBody>
      </p:sp>
      <p:sp>
        <p:nvSpPr>
          <p:cNvPr id="4" name="Text Placeholder 3"/>
          <p:cNvSpPr>
            <a:spLocks noGrp="1"/>
          </p:cNvSpPr>
          <p:nvPr>
            <p:ph type="body" sz="half" idx="2"/>
          </p:nvPr>
        </p:nvSpPr>
        <p:spPr>
          <a:xfrm>
            <a:off x="1065213" y="4648200"/>
            <a:ext cx="3581399" cy="1371600"/>
          </a:xfrm>
        </p:spPr>
        <p:txBody>
          <a:bodyPr>
            <a:normAutofit/>
          </a:bodyPr>
          <a:lstStyle>
            <a:lvl1pPr marL="0" indent="0">
              <a:lnSpc>
                <a:spcPct val="90000"/>
              </a:lnSpc>
              <a:spcBef>
                <a:spcPts val="120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Picture Placeholder 2" descr="An empty placeholder to add an image. Click on the placeholder and select the image that you wish to add."/>
          <p:cNvSpPr>
            <a:spLocks noGrp="1"/>
          </p:cNvSpPr>
          <p:nvPr>
            <p:ph type="pic" idx="1"/>
          </p:nvPr>
        </p:nvSpPr>
        <p:spPr>
          <a:xfrm>
            <a:off x="4951414" y="685800"/>
            <a:ext cx="6400799" cy="5334000"/>
          </a:xfrm>
          <a:solidFill>
            <a:schemeClr val="bg2"/>
          </a:solidFill>
          <a:ln w="76200">
            <a:solidFill>
              <a:schemeClr val="tx1"/>
            </a:solidFill>
            <a:miter lim="800000"/>
          </a:ln>
        </p:spPr>
        <p:txBody>
          <a:bodyPr>
            <a:norm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a:p>
        </p:txBody>
      </p:sp>
      <p:sp>
        <p:nvSpPr>
          <p:cNvPr id="6" name="Footer Placeholder 5"/>
          <p:cNvSpPr>
            <a:spLocks noGrp="1"/>
          </p:cNvSpPr>
          <p:nvPr>
            <p:ph type="ftr" sz="quarter" idx="11"/>
          </p:nvPr>
        </p:nvSpPr>
        <p:spPr/>
        <p:txBody>
          <a:bodyPr/>
          <a:lstStyle/>
          <a:p>
            <a:endParaRPr dirty="0"/>
          </a:p>
        </p:txBody>
      </p:sp>
      <p:sp>
        <p:nvSpPr>
          <p:cNvPr id="5" name="Date Placeholder 4"/>
          <p:cNvSpPr>
            <a:spLocks noGrp="1"/>
          </p:cNvSpPr>
          <p:nvPr>
            <p:ph type="dt" sz="half" idx="10"/>
          </p:nvPr>
        </p:nvSpPr>
        <p:spPr/>
        <p:txBody>
          <a:bodyPr/>
          <a:lstStyle/>
          <a:p>
            <a:fld id="{03F41C87-7AD9-4845-A077-840E4A0F3F06}" type="datetimeFigureOut">
              <a:rPr lang="en-US"/>
              <a:pPr/>
              <a:t>4/16/2024</a:t>
            </a:fld>
            <a:endParaRPr/>
          </a:p>
        </p:txBody>
      </p:sp>
      <p:sp>
        <p:nvSpPr>
          <p:cNvPr id="7" name="Slide Number Placeholder 6"/>
          <p:cNvSpPr>
            <a:spLocks noGrp="1"/>
          </p:cNvSpPr>
          <p:nvPr>
            <p:ph type="sldNum" sz="quarter" idx="12"/>
          </p:nvPr>
        </p:nvSpPr>
        <p:spPr/>
        <p:txBody>
          <a:bodyPr/>
          <a:lstStyle/>
          <a:p>
            <a:fld id="{2A013F82-EE5E-44EE-A61D-E31C6657F26F}" type="slidenum">
              <a:rPr/>
              <a:pPr/>
              <a:t>‹#›</a:t>
            </a:fld>
            <a:endParaRPr/>
          </a:p>
        </p:txBody>
      </p:sp>
    </p:spTree>
    <p:extLst>
      <p:ext uri="{BB962C8B-B14F-4D97-AF65-F5344CB8AC3E}">
        <p14:creationId xmlns:p14="http://schemas.microsoft.com/office/powerpoint/2010/main" val="22491721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11"/>
          </p:nvPr>
        </p:nvSpPr>
        <p:spPr/>
        <p:txBody>
          <a:bodyPr/>
          <a:lstStyle/>
          <a:p>
            <a:endParaRPr/>
          </a:p>
        </p:txBody>
      </p:sp>
      <p:sp>
        <p:nvSpPr>
          <p:cNvPr id="4" name="Date Placeholder 3"/>
          <p:cNvSpPr>
            <a:spLocks noGrp="1"/>
          </p:cNvSpPr>
          <p:nvPr>
            <p:ph type="dt" sz="half" idx="10"/>
          </p:nvPr>
        </p:nvSpPr>
        <p:spPr/>
        <p:txBody>
          <a:bodyPr/>
          <a:lstStyle/>
          <a:p>
            <a:fld id="{03F41C87-7AD9-4845-A077-840E4A0F3F06}" type="datetimeFigureOut">
              <a:rPr lang="en-US"/>
              <a:t>4/16/2024</a:t>
            </a:fld>
            <a:endParaRPr/>
          </a:p>
        </p:txBody>
      </p:sp>
      <p:sp>
        <p:nvSpPr>
          <p:cNvPr id="6" name="Slide Number Placeholder 5"/>
          <p:cNvSpPr>
            <a:spLocks noGrp="1"/>
          </p:cNvSpPr>
          <p:nvPr>
            <p:ph type="sldNum" sz="quarter" idx="12"/>
          </p:nvPr>
        </p:nvSpPr>
        <p:spPr/>
        <p:txBody>
          <a:bodyPr/>
          <a:lstStyle/>
          <a:p>
            <a:fld id="{2A013F82-EE5E-44EE-A61D-E31C6657F26F}" type="slidenum">
              <a:rPr/>
              <a:t>‹#›</a:t>
            </a:fld>
            <a:endParaRPr/>
          </a:p>
        </p:txBody>
      </p:sp>
    </p:spTree>
    <p:extLst>
      <p:ext uri="{BB962C8B-B14F-4D97-AF65-F5344CB8AC3E}">
        <p14:creationId xmlns:p14="http://schemas.microsoft.com/office/powerpoint/2010/main" val="4600953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142412" y="381001"/>
            <a:ext cx="1524001" cy="5638800"/>
          </a:xfrm>
        </p:spPr>
        <p:txBody>
          <a:bodyPr vert="eaVert"/>
          <a:lstStyle/>
          <a:p>
            <a:r>
              <a:rPr lang="en-US"/>
              <a:t>Click to edit Master title style</a:t>
            </a:r>
            <a:endParaRPr/>
          </a:p>
        </p:txBody>
      </p:sp>
      <p:sp>
        <p:nvSpPr>
          <p:cNvPr id="3" name="Vertical Text Placeholder 2"/>
          <p:cNvSpPr>
            <a:spLocks noGrp="1"/>
          </p:cNvSpPr>
          <p:nvPr>
            <p:ph type="body" orient="vert" idx="1"/>
          </p:nvPr>
        </p:nvSpPr>
        <p:spPr>
          <a:xfrm>
            <a:off x="1522412" y="381001"/>
            <a:ext cx="7391399" cy="5638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11"/>
          </p:nvPr>
        </p:nvSpPr>
        <p:spPr/>
        <p:txBody>
          <a:bodyPr/>
          <a:lstStyle/>
          <a:p>
            <a:endParaRPr/>
          </a:p>
        </p:txBody>
      </p:sp>
      <p:sp>
        <p:nvSpPr>
          <p:cNvPr id="4" name="Date Placeholder 3"/>
          <p:cNvSpPr>
            <a:spLocks noGrp="1"/>
          </p:cNvSpPr>
          <p:nvPr>
            <p:ph type="dt" sz="half" idx="10"/>
          </p:nvPr>
        </p:nvSpPr>
        <p:spPr/>
        <p:txBody>
          <a:bodyPr/>
          <a:lstStyle/>
          <a:p>
            <a:fld id="{03F41C87-7AD9-4845-A077-840E4A0F3F06}" type="datetimeFigureOut">
              <a:rPr lang="en-US"/>
              <a:t>4/16/2024</a:t>
            </a:fld>
            <a:endParaRPr/>
          </a:p>
        </p:txBody>
      </p:sp>
      <p:sp>
        <p:nvSpPr>
          <p:cNvPr id="6" name="Slide Number Placeholder 5"/>
          <p:cNvSpPr>
            <a:spLocks noGrp="1"/>
          </p:cNvSpPr>
          <p:nvPr>
            <p:ph type="sldNum" sz="quarter" idx="12"/>
          </p:nvPr>
        </p:nvSpPr>
        <p:spPr/>
        <p:txBody>
          <a:bodyPr/>
          <a:lstStyle/>
          <a:p>
            <a:fld id="{2A013F82-EE5E-44EE-A61D-E31C6657F26F}" type="slidenum">
              <a:rPr/>
              <a:t>‹#›</a:t>
            </a:fld>
            <a:endParaRPr/>
          </a:p>
        </p:txBody>
      </p:sp>
    </p:spTree>
    <p:extLst>
      <p:ext uri="{BB962C8B-B14F-4D97-AF65-F5344CB8AC3E}">
        <p14:creationId xmlns:p14="http://schemas.microsoft.com/office/powerpoint/2010/main" val="40790354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522413" y="381000"/>
            <a:ext cx="9144001" cy="1371600"/>
          </a:xfrm>
          <a:prstGeom prst="rect">
            <a:avLst/>
          </a:prstGeom>
        </p:spPr>
        <p:txBody>
          <a:bodyPr vert="horz" lIns="91440" tIns="45720" rIns="91440" bIns="45720" rtlCol="0" anchor="b">
            <a:normAutofit/>
          </a:bodyPr>
          <a:lstStyle/>
          <a:p>
            <a:r>
              <a:rPr lang="en-US"/>
              <a:t>Click to edit Master title style</a:t>
            </a:r>
            <a:endParaRPr/>
          </a:p>
        </p:txBody>
      </p:sp>
      <p:sp>
        <p:nvSpPr>
          <p:cNvPr id="3" name="Text Placeholder 2"/>
          <p:cNvSpPr>
            <a:spLocks noGrp="1"/>
          </p:cNvSpPr>
          <p:nvPr>
            <p:ph type="body" idx="1"/>
          </p:nvPr>
        </p:nvSpPr>
        <p:spPr>
          <a:xfrm>
            <a:off x="1522413" y="1904999"/>
            <a:ext cx="9134391" cy="411480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Footer Placeholder 4"/>
          <p:cNvSpPr>
            <a:spLocks noGrp="1"/>
          </p:cNvSpPr>
          <p:nvPr>
            <p:ph type="ftr" sz="quarter" idx="3"/>
          </p:nvPr>
        </p:nvSpPr>
        <p:spPr>
          <a:xfrm>
            <a:off x="1522413" y="6400800"/>
            <a:ext cx="6553199" cy="276228"/>
          </a:xfrm>
          <a:prstGeom prst="rect">
            <a:avLst/>
          </a:prstGeom>
        </p:spPr>
        <p:txBody>
          <a:bodyPr vert="horz" lIns="91440" tIns="45720" rIns="91440" bIns="45720" rtlCol="0" anchor="ctr"/>
          <a:lstStyle>
            <a:lvl1pPr algn="l">
              <a:defRPr sz="1100">
                <a:solidFill>
                  <a:schemeClr val="tx1">
                    <a:tint val="75000"/>
                  </a:schemeClr>
                </a:solidFill>
              </a:defRPr>
            </a:lvl1pPr>
          </a:lstStyle>
          <a:p>
            <a:endParaRPr lang="en-US" dirty="0"/>
          </a:p>
        </p:txBody>
      </p:sp>
      <p:sp>
        <p:nvSpPr>
          <p:cNvPr id="4" name="Date Placeholder 3"/>
          <p:cNvSpPr>
            <a:spLocks noGrp="1"/>
          </p:cNvSpPr>
          <p:nvPr>
            <p:ph type="dt" sz="half" idx="2"/>
          </p:nvPr>
        </p:nvSpPr>
        <p:spPr>
          <a:xfrm>
            <a:off x="8226422" y="6400800"/>
            <a:ext cx="1449389" cy="276228"/>
          </a:xfrm>
          <a:prstGeom prst="rect">
            <a:avLst/>
          </a:prstGeom>
        </p:spPr>
        <p:txBody>
          <a:bodyPr vert="horz" lIns="91440" tIns="45720" rIns="91440" bIns="45720" rtlCol="0" anchor="ctr"/>
          <a:lstStyle>
            <a:lvl1pPr algn="r">
              <a:defRPr sz="1100">
                <a:solidFill>
                  <a:schemeClr val="tx1">
                    <a:tint val="75000"/>
                  </a:schemeClr>
                </a:solidFill>
              </a:defRPr>
            </a:lvl1pPr>
          </a:lstStyle>
          <a:p>
            <a:fld id="{03F41C87-7AD9-4845-A077-840E4A0F3F06}" type="datetimeFigureOut">
              <a:rPr lang="en-US" smtClean="0"/>
              <a:pPr/>
              <a:t>4/16/2024</a:t>
            </a:fld>
            <a:endParaRPr lang="en-US"/>
          </a:p>
        </p:txBody>
      </p:sp>
      <p:sp>
        <p:nvSpPr>
          <p:cNvPr id="6" name="Slide Number Placeholder 5"/>
          <p:cNvSpPr>
            <a:spLocks noGrp="1"/>
          </p:cNvSpPr>
          <p:nvPr>
            <p:ph type="sldNum" sz="quarter" idx="4"/>
          </p:nvPr>
        </p:nvSpPr>
        <p:spPr>
          <a:xfrm>
            <a:off x="9828211" y="6400800"/>
            <a:ext cx="838201" cy="276228"/>
          </a:xfrm>
          <a:prstGeom prst="rect">
            <a:avLst/>
          </a:prstGeom>
        </p:spPr>
        <p:txBody>
          <a:bodyPr vert="horz" lIns="91440" tIns="45720" rIns="91440" bIns="45720" rtlCol="0" anchor="ctr"/>
          <a:lstStyle>
            <a:lvl1pPr algn="r">
              <a:defRPr sz="1100">
                <a:solidFill>
                  <a:schemeClr val="tx1">
                    <a:tint val="75000"/>
                  </a:schemeClr>
                </a:solidFill>
              </a:defRPr>
            </a:lvl1pPr>
          </a:lstStyle>
          <a:p>
            <a:fld id="{2A013F82-EE5E-44EE-A61D-E31C6657F26F}" type="slidenum">
              <a:rPr lang="en-US" smtClean="0"/>
              <a:pPr/>
              <a:t>‹#›</a:t>
            </a:fld>
            <a:endParaRPr lang="en-US"/>
          </a:p>
        </p:txBody>
      </p:sp>
    </p:spTree>
    <p:extLst>
      <p:ext uri="{BB962C8B-B14F-4D97-AF65-F5344CB8AC3E}">
        <p14:creationId xmlns:p14="http://schemas.microsoft.com/office/powerpoint/2010/main" val="1403059996"/>
      </p:ext>
    </p:extLst>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90000"/>
        </a:lnSpc>
        <a:spcBef>
          <a:spcPct val="0"/>
        </a:spcBef>
        <a:buNone/>
        <a:defRPr sz="3600" kern="1200" spc="100" baseline="0">
          <a:solidFill>
            <a:schemeClr val="tx1"/>
          </a:solidFill>
          <a:latin typeface="+mj-lt"/>
          <a:ea typeface="+mj-ea"/>
          <a:cs typeface="+mj-cs"/>
        </a:defRPr>
      </a:lvl1pPr>
    </p:titleStyle>
    <p:bodyStyle>
      <a:lvl1pPr marL="223838" indent="-223838" algn="l" defTabSz="914400" rtl="0" eaLnBrk="1" latinLnBrk="0" hangingPunct="1">
        <a:lnSpc>
          <a:spcPct val="90000"/>
        </a:lnSpc>
        <a:spcBef>
          <a:spcPts val="1800"/>
        </a:spcBef>
        <a:buClr>
          <a:schemeClr val="accent1"/>
        </a:buClr>
        <a:buSzPct val="100000"/>
        <a:buFont typeface="Arial" pitchFamily="34" charset="0"/>
        <a:buChar char="•"/>
        <a:defRPr sz="2400" kern="1200">
          <a:solidFill>
            <a:schemeClr val="tx1"/>
          </a:solidFill>
          <a:latin typeface="+mn-lt"/>
          <a:ea typeface="+mn-ea"/>
          <a:cs typeface="+mn-cs"/>
        </a:defRPr>
      </a:lvl1pPr>
      <a:lvl2pPr marL="463550" indent="-231775" algn="l" defTabSz="914400" rtl="0" eaLnBrk="1" latinLnBrk="0" hangingPunct="1">
        <a:lnSpc>
          <a:spcPct val="90000"/>
        </a:lnSpc>
        <a:spcBef>
          <a:spcPts val="1200"/>
        </a:spcBef>
        <a:buClr>
          <a:schemeClr val="accent1"/>
        </a:buClr>
        <a:buSzPct val="100000"/>
        <a:buFont typeface="Arial" pitchFamily="34" charset="0"/>
        <a:buChar char="•"/>
        <a:defRPr sz="2000" kern="1200">
          <a:solidFill>
            <a:schemeClr val="tx1"/>
          </a:solidFill>
          <a:latin typeface="+mn-lt"/>
          <a:ea typeface="+mn-ea"/>
          <a:cs typeface="+mn-cs"/>
        </a:defRPr>
      </a:lvl2pPr>
      <a:lvl3pPr marL="682625" indent="-219075" algn="l" defTabSz="914400" rtl="0" eaLnBrk="1" latinLnBrk="0" hangingPunct="1">
        <a:lnSpc>
          <a:spcPct val="90000"/>
        </a:lnSpc>
        <a:spcBef>
          <a:spcPts val="600"/>
        </a:spcBef>
        <a:buClr>
          <a:schemeClr val="accent1"/>
        </a:buClr>
        <a:buSzPct val="100000"/>
        <a:buFont typeface="Arial" pitchFamily="34" charset="0"/>
        <a:buChar char="•"/>
        <a:defRPr sz="1800" kern="1200">
          <a:solidFill>
            <a:schemeClr val="tx1"/>
          </a:solidFill>
          <a:latin typeface="+mn-lt"/>
          <a:ea typeface="+mn-ea"/>
          <a:cs typeface="+mn-cs"/>
        </a:defRPr>
      </a:lvl3pPr>
      <a:lvl4pPr marL="857250" indent="-174625" algn="l" defTabSz="914400" rtl="0" eaLnBrk="1" latinLnBrk="0" hangingPunct="1">
        <a:lnSpc>
          <a:spcPct val="90000"/>
        </a:lnSpc>
        <a:spcBef>
          <a:spcPts val="600"/>
        </a:spcBef>
        <a:buClr>
          <a:schemeClr val="accent1"/>
        </a:buClr>
        <a:buSzPct val="100000"/>
        <a:buFont typeface="Arial" pitchFamily="34" charset="0"/>
        <a:buChar char="•"/>
        <a:defRPr sz="1600" kern="1200">
          <a:solidFill>
            <a:schemeClr val="tx1"/>
          </a:solidFill>
          <a:latin typeface="+mn-lt"/>
          <a:ea typeface="+mn-ea"/>
          <a:cs typeface="+mn-cs"/>
        </a:defRPr>
      </a:lvl4pPr>
      <a:lvl5pPr marL="1030288" indent="-173038" algn="l" defTabSz="914400" rtl="0" eaLnBrk="1" latinLnBrk="0" hangingPunct="1">
        <a:lnSpc>
          <a:spcPct val="90000"/>
        </a:lnSpc>
        <a:spcBef>
          <a:spcPts val="600"/>
        </a:spcBef>
        <a:buClr>
          <a:schemeClr val="accent1"/>
        </a:buClr>
        <a:buSzPct val="100000"/>
        <a:buFont typeface="Arial" pitchFamily="34" charset="0"/>
        <a:buChar char="•"/>
        <a:defRPr sz="1600" kern="1200">
          <a:solidFill>
            <a:schemeClr val="tx1"/>
          </a:solidFill>
          <a:latin typeface="+mn-lt"/>
          <a:ea typeface="+mn-ea"/>
          <a:cs typeface="+mn-cs"/>
        </a:defRPr>
      </a:lvl5pPr>
      <a:lvl6pPr marL="1207008" indent="-173736" algn="l" defTabSz="914400" rtl="0" eaLnBrk="1" latinLnBrk="0" hangingPunct="1">
        <a:spcBef>
          <a:spcPts val="600"/>
        </a:spcBef>
        <a:buClr>
          <a:schemeClr val="accent1"/>
        </a:buClr>
        <a:buFont typeface="Arial" pitchFamily="34" charset="0"/>
        <a:buChar char="•"/>
        <a:defRPr sz="1600" kern="1200">
          <a:solidFill>
            <a:schemeClr val="tx1"/>
          </a:solidFill>
          <a:latin typeface="+mn-lt"/>
          <a:ea typeface="+mn-ea"/>
          <a:cs typeface="+mn-cs"/>
        </a:defRPr>
      </a:lvl6pPr>
      <a:lvl7pPr marL="1380744" indent="-173736" algn="l" defTabSz="914400" rtl="0" eaLnBrk="1" latinLnBrk="0" hangingPunct="1">
        <a:spcBef>
          <a:spcPts val="600"/>
        </a:spcBef>
        <a:buClr>
          <a:schemeClr val="accent1"/>
        </a:buClr>
        <a:buFont typeface="Arial" pitchFamily="34" charset="0"/>
        <a:buChar char="•"/>
        <a:defRPr sz="1600" kern="1200">
          <a:solidFill>
            <a:schemeClr val="tx1"/>
          </a:solidFill>
          <a:latin typeface="+mn-lt"/>
          <a:ea typeface="+mn-ea"/>
          <a:cs typeface="+mn-cs"/>
        </a:defRPr>
      </a:lvl7pPr>
      <a:lvl8pPr marL="1554480" indent="-173736" algn="l" defTabSz="914400" rtl="0" eaLnBrk="1" latinLnBrk="0" hangingPunct="1">
        <a:spcBef>
          <a:spcPts val="600"/>
        </a:spcBef>
        <a:buClr>
          <a:schemeClr val="accent1"/>
        </a:buClr>
        <a:buFont typeface="Arial" pitchFamily="34" charset="0"/>
        <a:buChar char="•"/>
        <a:defRPr sz="1600" kern="1200">
          <a:solidFill>
            <a:schemeClr val="tx1"/>
          </a:solidFill>
          <a:latin typeface="+mn-lt"/>
          <a:ea typeface="+mn-ea"/>
          <a:cs typeface="+mn-cs"/>
        </a:defRPr>
      </a:lvl8pPr>
      <a:lvl9pPr marL="1728216" indent="-173736" algn="l" defTabSz="914400" rtl="0" eaLnBrk="1" latinLnBrk="0" hangingPunct="1">
        <a:spcBef>
          <a:spcPts val="600"/>
        </a:spcBef>
        <a:buClr>
          <a:schemeClr val="accent1"/>
        </a:buClr>
        <a:buFont typeface="Arial" pitchFamily="34" charset="0"/>
        <a:buChar char="•"/>
        <a:defRPr sz="16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39" userDrawn="1">
          <p15:clr>
            <a:srgbClr val="F26B43"/>
          </p15:clr>
        </p15:guide>
        <p15:guide id="2" orient="horz" pos="216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ctrTitle"/>
          </p:nvPr>
        </p:nvSpPr>
        <p:spPr/>
        <p:txBody>
          <a:bodyPr/>
          <a:lstStyle/>
          <a:p>
            <a:r>
              <a:rPr lang="en-US" dirty="0"/>
              <a:t>EXPENSE TRACKER</a:t>
            </a:r>
          </a:p>
        </p:txBody>
      </p:sp>
      <p:sp>
        <p:nvSpPr>
          <p:cNvPr id="4" name="Subtitle 3"/>
          <p:cNvSpPr>
            <a:spLocks noGrp="1"/>
          </p:cNvSpPr>
          <p:nvPr>
            <p:ph type="subTitle" idx="1"/>
          </p:nvPr>
        </p:nvSpPr>
        <p:spPr/>
        <p:txBody>
          <a:bodyPr/>
          <a:lstStyle/>
          <a:p>
            <a:r>
              <a:rPr lang="it-IT" dirty="0"/>
              <a:t>BY MANDELA SHARMILA</a:t>
            </a:r>
          </a:p>
        </p:txBody>
      </p:sp>
    </p:spTree>
    <p:extLst>
      <p:ext uri="{BB962C8B-B14F-4D97-AF65-F5344CB8AC3E}">
        <p14:creationId xmlns:p14="http://schemas.microsoft.com/office/powerpoint/2010/main" val="28089201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D19A9AA-AFC7-E55E-5E95-7CE7C3BBF7A7}"/>
              </a:ext>
            </a:extLst>
          </p:cNvPr>
          <p:cNvSpPr>
            <a:spLocks noGrp="1"/>
          </p:cNvSpPr>
          <p:nvPr>
            <p:ph type="title"/>
          </p:nvPr>
        </p:nvSpPr>
        <p:spPr/>
        <p:txBody>
          <a:bodyPr/>
          <a:lstStyle/>
          <a:p>
            <a:r>
              <a:rPr lang="en-IN" u="sng" dirty="0"/>
              <a:t>INTRODUCTION</a:t>
            </a:r>
          </a:p>
        </p:txBody>
      </p:sp>
      <p:sp>
        <p:nvSpPr>
          <p:cNvPr id="5" name="Content Placeholder 4">
            <a:extLst>
              <a:ext uri="{FF2B5EF4-FFF2-40B4-BE49-F238E27FC236}">
                <a16:creationId xmlns:a16="http://schemas.microsoft.com/office/drawing/2014/main" id="{980E9DFF-8654-37E7-4A45-831A142DC83E}"/>
              </a:ext>
            </a:extLst>
          </p:cNvPr>
          <p:cNvSpPr>
            <a:spLocks noGrp="1"/>
          </p:cNvSpPr>
          <p:nvPr>
            <p:ph idx="1"/>
          </p:nvPr>
        </p:nvSpPr>
        <p:spPr/>
        <p:txBody>
          <a:bodyPr>
            <a:normAutofit fontScale="92500" lnSpcReduction="10000"/>
          </a:bodyPr>
          <a:lstStyle/>
          <a:p>
            <a:r>
              <a:rPr lang="en-US" b="0" i="0" dirty="0">
                <a:solidFill>
                  <a:srgbClr val="ECECEC"/>
                </a:solidFill>
                <a:effectLst/>
                <a:latin typeface="Söhne"/>
              </a:rPr>
              <a:t>It allows users to input their expenses and provides functionalities such as storing, categorizing, calculating totals, and generating reports.</a:t>
            </a:r>
          </a:p>
          <a:p>
            <a:r>
              <a:rPr lang="en-US" b="0" i="0" dirty="0">
                <a:solidFill>
                  <a:srgbClr val="FFEDEB"/>
                </a:solidFill>
                <a:effectLst/>
                <a:latin typeface="Google Sans"/>
              </a:rPr>
              <a:t>An expense tracker is a record of money that has already been spent. It can help users understand where their money is going </a:t>
            </a:r>
            <a:r>
              <a:rPr lang="en-US" b="0" i="0" dirty="0" err="1">
                <a:solidFill>
                  <a:srgbClr val="FFEDEB"/>
                </a:solidFill>
                <a:effectLst/>
                <a:latin typeface="Google Sans"/>
              </a:rPr>
              <a:t>andreduce</a:t>
            </a:r>
            <a:r>
              <a:rPr lang="en-US" b="0" i="0" dirty="0">
                <a:solidFill>
                  <a:srgbClr val="FFEDEB"/>
                </a:solidFill>
                <a:effectLst/>
                <a:latin typeface="Google Sans"/>
              </a:rPr>
              <a:t> expenses by understanding what they spend on.</a:t>
            </a:r>
          </a:p>
          <a:p>
            <a:r>
              <a:rPr lang="en-US" b="0" i="0" dirty="0">
                <a:solidFill>
                  <a:srgbClr val="FFEDEB"/>
                </a:solidFill>
                <a:effectLst/>
                <a:latin typeface="Google Sans"/>
              </a:rPr>
              <a:t> Expense trackers can also help businesses maintain cash flow and qualify for deductions that can reduce taxable income. </a:t>
            </a:r>
          </a:p>
          <a:p>
            <a:r>
              <a:rPr lang="en-US" b="0" i="0" dirty="0">
                <a:solidFill>
                  <a:srgbClr val="FFEDEB"/>
                </a:solidFill>
                <a:effectLst/>
                <a:latin typeface="Google Sans"/>
              </a:rPr>
              <a:t>Expense trackers can import transactions from accounts, mobile wallets, and credit cards. They should provide a clear picture of how much money is being made and how much is spent, and help users determine if expenses are feasible with their income</a:t>
            </a:r>
            <a:br>
              <a:rPr lang="en-US" b="0" i="0" dirty="0">
                <a:solidFill>
                  <a:srgbClr val="FFEDEB"/>
                </a:solidFill>
                <a:effectLst/>
                <a:latin typeface="Google Sans"/>
              </a:rPr>
            </a:br>
            <a:endParaRPr lang="en-IN" dirty="0"/>
          </a:p>
        </p:txBody>
      </p:sp>
    </p:spTree>
    <p:extLst>
      <p:ext uri="{BB962C8B-B14F-4D97-AF65-F5344CB8AC3E}">
        <p14:creationId xmlns:p14="http://schemas.microsoft.com/office/powerpoint/2010/main" val="36807561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585800" y="525016"/>
            <a:ext cx="10548666" cy="815752"/>
          </a:xfrm>
        </p:spPr>
        <p:txBody>
          <a:bodyPr/>
          <a:lstStyle/>
          <a:p>
            <a:r>
              <a:rPr lang="en-US" u="sng" dirty="0"/>
              <a:t>WORKING</a:t>
            </a:r>
          </a:p>
        </p:txBody>
      </p:sp>
      <p:sp>
        <p:nvSpPr>
          <p:cNvPr id="14" name="Content Placeholder 13"/>
          <p:cNvSpPr>
            <a:spLocks noGrp="1"/>
          </p:cNvSpPr>
          <p:nvPr>
            <p:ph idx="1"/>
          </p:nvPr>
        </p:nvSpPr>
        <p:spPr>
          <a:xfrm>
            <a:off x="585800" y="1340768"/>
            <a:ext cx="11017223" cy="5328592"/>
          </a:xfrm>
        </p:spPr>
        <p:txBody>
          <a:bodyPr>
            <a:normAutofit/>
          </a:bodyPr>
          <a:lstStyle/>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2400" b="1" i="0" u="none" strike="noStrike" cap="none" normalizeH="0" baseline="0" dirty="0">
                <a:ln>
                  <a:noFill/>
                </a:ln>
                <a:solidFill>
                  <a:srgbClr val="ECECEC"/>
                </a:solidFill>
                <a:effectLst/>
                <a:latin typeface="Söhne"/>
              </a:rPr>
              <a:t>Initialization</a:t>
            </a:r>
            <a:r>
              <a:rPr kumimoji="0" lang="en-US" altLang="en-US" sz="2400" b="0" i="0" u="none" strike="noStrike" cap="none" normalizeH="0" baseline="0" dirty="0">
                <a:ln>
                  <a:noFill/>
                </a:ln>
                <a:solidFill>
                  <a:srgbClr val="ECECEC"/>
                </a:solidFill>
                <a:effectLst/>
                <a:latin typeface="Söhne"/>
              </a:rPr>
              <a:t>: When the program starts, it creates an instance of the </a:t>
            </a:r>
            <a:r>
              <a:rPr kumimoji="0" lang="en-US" altLang="en-US" sz="2000" i="0" u="none" strike="noStrike" cap="none" normalizeH="0" baseline="0" dirty="0" err="1">
                <a:ln>
                  <a:noFill/>
                </a:ln>
                <a:solidFill>
                  <a:srgbClr val="ECECEC"/>
                </a:solidFill>
                <a:effectLst/>
                <a:latin typeface="Söhne Mono"/>
              </a:rPr>
              <a:t>ExpenseTracker</a:t>
            </a:r>
            <a:r>
              <a:rPr kumimoji="0" lang="en-US" altLang="en-US" sz="2000" i="0" u="none" strike="noStrike" cap="none" normalizeH="0" baseline="0" dirty="0">
                <a:ln>
                  <a:noFill/>
                </a:ln>
                <a:solidFill>
                  <a:srgbClr val="ECECEC"/>
                </a:solidFill>
                <a:effectLst/>
                <a:latin typeface="Söhne"/>
              </a:rPr>
              <a:t> </a:t>
            </a:r>
            <a:r>
              <a:rPr kumimoji="0" lang="en-US" altLang="en-US" sz="2400" b="0" i="0" u="none" strike="noStrike" cap="none" normalizeH="0" baseline="0" dirty="0">
                <a:ln>
                  <a:noFill/>
                </a:ln>
                <a:solidFill>
                  <a:srgbClr val="ECECEC"/>
                </a:solidFill>
                <a:effectLst/>
                <a:latin typeface="Söhne"/>
              </a:rPr>
              <a:t>class.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400" b="0" i="0" u="none" strike="noStrike" cap="none" normalizeH="0" baseline="0" dirty="0">
              <a:ln>
                <a:noFill/>
              </a:ln>
              <a:solidFill>
                <a:srgbClr val="ECECEC"/>
              </a:solidFill>
              <a:effectLst/>
              <a:latin typeface="Söhne"/>
            </a:endParaRP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2000" b="1" i="0" u="none" strike="noStrike" cap="none" normalizeH="0" baseline="0" dirty="0">
                <a:ln>
                  <a:noFill/>
                </a:ln>
                <a:solidFill>
                  <a:srgbClr val="ECECEC"/>
                </a:solidFill>
                <a:effectLst/>
                <a:latin typeface="Söhne"/>
              </a:rPr>
              <a:t>Menu Display</a:t>
            </a:r>
            <a:r>
              <a:rPr kumimoji="0" lang="en-US" altLang="en-US" sz="2000" b="0" i="0" u="none" strike="noStrike" cap="none" normalizeH="0" baseline="0" dirty="0">
                <a:ln>
                  <a:noFill/>
                </a:ln>
                <a:solidFill>
                  <a:srgbClr val="ECECEC"/>
                </a:solidFill>
                <a:effectLst/>
                <a:latin typeface="Söhne"/>
              </a:rPr>
              <a:t>: The program displays a menu with options for the user to choose from. The options include adding an expense, showing total expenses, showing expenses by category, showing all expenses, and exiting the program.</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000" b="0" i="0" u="none" strike="noStrike" cap="none" normalizeH="0" baseline="0" dirty="0">
              <a:ln>
                <a:noFill/>
              </a:ln>
              <a:solidFill>
                <a:srgbClr val="ECECEC"/>
              </a:solidFill>
              <a:effectLst/>
              <a:latin typeface="Söhne"/>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000" b="1" i="0" u="none" strike="noStrike" cap="none" normalizeH="0" baseline="0" dirty="0">
                <a:ln>
                  <a:noFill/>
                </a:ln>
                <a:solidFill>
                  <a:srgbClr val="ECECEC"/>
                </a:solidFill>
                <a:effectLst/>
                <a:latin typeface="Söhne"/>
              </a:rPr>
              <a:t>3.User Input</a:t>
            </a:r>
            <a:r>
              <a:rPr kumimoji="0" lang="en-US" altLang="en-US" sz="2000" b="0" i="0" u="none" strike="noStrike" cap="none" normalizeH="0" baseline="0" dirty="0">
                <a:ln>
                  <a:noFill/>
                </a:ln>
                <a:solidFill>
                  <a:srgbClr val="ECECEC"/>
                </a:solidFill>
                <a:effectLst/>
                <a:latin typeface="Söhne"/>
              </a:rPr>
              <a:t>: The user selects an option by entering a number corresponding to the desired action</a:t>
            </a:r>
            <a:r>
              <a:rPr kumimoji="0" lang="en-US" altLang="en-US" sz="2400" b="0" i="0" u="none" strike="noStrike" cap="none" normalizeH="0" baseline="0" dirty="0">
                <a:ln>
                  <a:noFill/>
                </a:ln>
                <a:solidFill>
                  <a:srgbClr val="ECECEC"/>
                </a:solidFill>
                <a:effectLst/>
                <a:latin typeface="Söhne"/>
              </a:rPr>
              <a:t>,</a:t>
            </a:r>
          </a:p>
          <a:p>
            <a:pPr marL="0" marR="0" lvl="0" indent="0" algn="l" defTabSz="914400" rtl="0" eaLnBrk="0" fontAlgn="base" latinLnBrk="0" hangingPunct="0">
              <a:lnSpc>
                <a:spcPct val="100000"/>
              </a:lnSpc>
              <a:spcBef>
                <a:spcPct val="0"/>
              </a:spcBef>
              <a:spcAft>
                <a:spcPct val="0"/>
              </a:spcAft>
              <a:buClrTx/>
              <a:buSzTx/>
              <a:buFontTx/>
              <a:buAutoNum type="arabicPeriod" startAt="4"/>
              <a:tabLst/>
            </a:pPr>
            <a:r>
              <a:rPr kumimoji="0" lang="en-US" altLang="en-US" b="1" i="0" u="none" strike="noStrike" cap="none" normalizeH="0" baseline="0" dirty="0">
                <a:ln>
                  <a:noFill/>
                </a:ln>
                <a:solidFill>
                  <a:srgbClr val="ECECEC"/>
                </a:solidFill>
                <a:effectLst/>
                <a:latin typeface="Söhne"/>
              </a:rPr>
              <a:t>Option Handling</a:t>
            </a:r>
            <a:r>
              <a:rPr kumimoji="0" lang="en-US" altLang="en-US" b="0" i="0" u="none" strike="noStrike" cap="none" normalizeH="0" baseline="0" dirty="0">
                <a:ln>
                  <a:noFill/>
                </a:ln>
                <a:solidFill>
                  <a:srgbClr val="ECECEC"/>
                </a:solidFill>
                <a:effectLst/>
                <a:latin typeface="Söhne"/>
              </a:rPr>
              <a:t>:</a:t>
            </a:r>
            <a:endParaRPr lang="en-US" altLang="en-US" dirty="0">
              <a:solidFill>
                <a:srgbClr val="ECECEC"/>
              </a:solidFill>
              <a:latin typeface="Söhne"/>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rgbClr val="ECECEC"/>
                </a:solidFill>
                <a:effectLst/>
                <a:latin typeface="Söhne"/>
              </a:rPr>
              <a:t>If the user chooses to show expenses by category (</a:t>
            </a:r>
            <a:r>
              <a:rPr kumimoji="0" lang="en-US" altLang="en-US" sz="2400" i="0" u="none" strike="noStrike" cap="none" normalizeH="0" baseline="0" dirty="0">
                <a:ln>
                  <a:noFill/>
                </a:ln>
                <a:solidFill>
                  <a:srgbClr val="ECECEC"/>
                </a:solidFill>
                <a:effectLst/>
                <a:latin typeface="Söhne Mono"/>
              </a:rPr>
              <a:t>choice == '3'</a:t>
            </a:r>
            <a:r>
              <a:rPr kumimoji="0" lang="en-US" altLang="en-US" sz="1400" i="0" u="none" strike="noStrike" cap="none" normalizeH="0" baseline="0" dirty="0">
                <a:ln>
                  <a:noFill/>
                </a:ln>
                <a:solidFill>
                  <a:srgbClr val="ECECEC"/>
                </a:solidFill>
                <a:effectLst/>
                <a:latin typeface="Söhne"/>
              </a:rPr>
              <a:t>), </a:t>
            </a:r>
            <a:r>
              <a:rPr kumimoji="0" lang="en-US" altLang="en-US" b="0" i="0" u="none" strike="noStrike" cap="none" normalizeH="0" baseline="0" dirty="0">
                <a:ln>
                  <a:noFill/>
                </a:ln>
                <a:solidFill>
                  <a:srgbClr val="ECECEC"/>
                </a:solidFill>
                <a:effectLst/>
                <a:latin typeface="Söhne"/>
              </a:rPr>
              <a:t>they are prompted to enter a category, and the program calculates and displays the total amount of expenses for that category.</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rgbClr val="ECECEC"/>
                </a:solidFill>
                <a:effectLst/>
                <a:latin typeface="Söhne"/>
              </a:rPr>
              <a:t>If the user chooses to show all expenses (</a:t>
            </a:r>
            <a:r>
              <a:rPr kumimoji="0" lang="en-US" altLang="en-US" sz="2400" i="0" u="none" strike="noStrike" cap="none" normalizeH="0" baseline="0" dirty="0">
                <a:ln>
                  <a:noFill/>
                </a:ln>
                <a:solidFill>
                  <a:srgbClr val="ECECEC"/>
                </a:solidFill>
                <a:effectLst/>
                <a:latin typeface="Söhne Mono"/>
              </a:rPr>
              <a:t>choice == '4'</a:t>
            </a:r>
            <a:r>
              <a:rPr kumimoji="0" lang="en-US" altLang="en-US" sz="1400" i="0" u="none" strike="noStrike" cap="none" normalizeH="0" baseline="0" dirty="0">
                <a:ln>
                  <a:noFill/>
                </a:ln>
                <a:solidFill>
                  <a:srgbClr val="ECECEC"/>
                </a:solidFill>
                <a:effectLst/>
                <a:latin typeface="Söhne"/>
              </a:rPr>
              <a:t>), </a:t>
            </a:r>
            <a:r>
              <a:rPr kumimoji="0" lang="en-US" altLang="en-US" b="0" i="0" u="none" strike="noStrike" cap="none" normalizeH="0" baseline="0" dirty="0">
                <a:ln>
                  <a:noFill/>
                </a:ln>
                <a:solidFill>
                  <a:srgbClr val="ECECEC"/>
                </a:solidFill>
                <a:effectLst/>
                <a:latin typeface="Söhne"/>
              </a:rPr>
              <a:t>the program displays each expense entry with its category and amount.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rgbClr val="ECECEC"/>
                </a:solidFill>
                <a:effectLst/>
                <a:latin typeface="Söhne"/>
              </a:rPr>
              <a:t>If the user chooses to exit the program (</a:t>
            </a:r>
            <a:r>
              <a:rPr kumimoji="0" lang="en-US" altLang="en-US" sz="2400" i="0" u="none" strike="noStrike" cap="none" normalizeH="0" baseline="0" dirty="0">
                <a:ln>
                  <a:noFill/>
                </a:ln>
                <a:solidFill>
                  <a:srgbClr val="ECECEC"/>
                </a:solidFill>
                <a:effectLst/>
                <a:latin typeface="Söhne Mono"/>
              </a:rPr>
              <a:t>choice == '5'</a:t>
            </a:r>
            <a:r>
              <a:rPr kumimoji="0" lang="en-US" altLang="en-US" sz="1400" i="0" u="none" strike="noStrike" cap="none" normalizeH="0" baseline="0" dirty="0">
                <a:ln>
                  <a:noFill/>
                </a:ln>
                <a:solidFill>
                  <a:srgbClr val="ECECEC"/>
                </a:solidFill>
                <a:effectLst/>
                <a:latin typeface="Söhne"/>
              </a:rPr>
              <a:t>), </a:t>
            </a:r>
            <a:r>
              <a:rPr kumimoji="0" lang="en-US" altLang="en-US" b="0" i="0" u="none" strike="noStrike" cap="none" normalizeH="0" baseline="0" dirty="0">
                <a:ln>
                  <a:noFill/>
                </a:ln>
                <a:solidFill>
                  <a:srgbClr val="ECECEC"/>
                </a:solidFill>
                <a:effectLst/>
                <a:latin typeface="Söhne"/>
              </a:rPr>
              <a:t>the program terminates.</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endParaRPr kumimoji="0" lang="en-US" altLang="en-US" sz="2400" b="0" i="0" u="none" strike="noStrike" cap="none" normalizeH="0" baseline="0" dirty="0">
              <a:ln>
                <a:noFill/>
              </a:ln>
              <a:solidFill>
                <a:srgbClr val="ECECEC"/>
              </a:solidFill>
              <a:effectLst/>
              <a:latin typeface="Söhne"/>
            </a:endParaRPr>
          </a:p>
        </p:txBody>
      </p:sp>
    </p:spTree>
    <p:extLst>
      <p:ext uri="{BB962C8B-B14F-4D97-AF65-F5344CB8AC3E}">
        <p14:creationId xmlns:p14="http://schemas.microsoft.com/office/powerpoint/2010/main" val="40799778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7D4AFA0-9465-D87D-EAD4-C55C092069A3}"/>
              </a:ext>
            </a:extLst>
          </p:cNvPr>
          <p:cNvSpPr>
            <a:spLocks noGrp="1"/>
          </p:cNvSpPr>
          <p:nvPr>
            <p:ph type="title"/>
          </p:nvPr>
        </p:nvSpPr>
        <p:spPr>
          <a:xfrm>
            <a:off x="468179" y="404664"/>
            <a:ext cx="10332641" cy="1371600"/>
          </a:xfrm>
        </p:spPr>
        <p:txBody>
          <a:bodyPr/>
          <a:lstStyle/>
          <a:p>
            <a:r>
              <a:rPr lang="en-US" u="sng" dirty="0"/>
              <a:t>Continuation…</a:t>
            </a:r>
            <a:br>
              <a:rPr lang="en-US" dirty="0"/>
            </a:br>
            <a:endParaRPr lang="en-IN" dirty="0"/>
          </a:p>
        </p:txBody>
      </p:sp>
      <p:sp>
        <p:nvSpPr>
          <p:cNvPr id="5" name="Content Placeholder 4">
            <a:extLst>
              <a:ext uri="{FF2B5EF4-FFF2-40B4-BE49-F238E27FC236}">
                <a16:creationId xmlns:a16="http://schemas.microsoft.com/office/drawing/2014/main" id="{36C5AE6F-BF20-080C-7C34-66F469244E8E}"/>
              </a:ext>
            </a:extLst>
          </p:cNvPr>
          <p:cNvSpPr>
            <a:spLocks noGrp="1"/>
          </p:cNvSpPr>
          <p:nvPr>
            <p:ph idx="1"/>
          </p:nvPr>
        </p:nvSpPr>
        <p:spPr>
          <a:xfrm>
            <a:off x="477788" y="1340768"/>
            <a:ext cx="10323032" cy="5328592"/>
          </a:xfrm>
        </p:spPr>
        <p:txBody>
          <a:bodyPr>
            <a:normAutofit/>
          </a:bodyPr>
          <a:lstStyle/>
          <a:p>
            <a:pPr marL="0" marR="0" lvl="0" indent="0" algn="l" defTabSz="914400" rtl="0" eaLnBrk="0" fontAlgn="base" latinLnBrk="0" hangingPunct="0">
              <a:lnSpc>
                <a:spcPct val="100000"/>
              </a:lnSpc>
              <a:spcBef>
                <a:spcPct val="0"/>
              </a:spcBef>
              <a:spcAft>
                <a:spcPct val="0"/>
              </a:spcAft>
              <a:buClrTx/>
              <a:buSzTx/>
              <a:buFontTx/>
              <a:buAutoNum type="arabicPeriod" startAt="5"/>
              <a:tabLst/>
            </a:pPr>
            <a:r>
              <a:rPr kumimoji="0" lang="en-US" altLang="en-US" sz="2400" b="1" i="0" u="none" strike="noStrike" cap="none" normalizeH="0" baseline="0" dirty="0">
                <a:ln>
                  <a:noFill/>
                </a:ln>
                <a:solidFill>
                  <a:srgbClr val="ECECEC"/>
                </a:solidFill>
                <a:effectLst/>
                <a:latin typeface="Söhne"/>
              </a:rPr>
              <a:t>Looping</a:t>
            </a:r>
            <a:r>
              <a:rPr kumimoji="0" lang="en-US" altLang="en-US" sz="2400" b="0" i="0" u="none" strike="noStrike" cap="none" normalizeH="0" baseline="0" dirty="0">
                <a:ln>
                  <a:noFill/>
                </a:ln>
                <a:solidFill>
                  <a:srgbClr val="ECECEC"/>
                </a:solidFill>
                <a:effectLst/>
                <a:latin typeface="Söhne"/>
              </a:rPr>
              <a:t>: After handling the user's chosen option, the program returns to displaying the menu, allowing the user to select another option. This process continues until the user chooses to exit the program.</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400" b="1" i="0" u="none" strike="noStrike" cap="none" normalizeH="0" baseline="0" dirty="0">
              <a:ln>
                <a:noFill/>
              </a:ln>
              <a:solidFill>
                <a:srgbClr val="ECECEC"/>
              </a:solidFill>
              <a:effectLst/>
              <a:latin typeface="Söhne"/>
            </a:endParaRPr>
          </a:p>
          <a:p>
            <a:pPr marL="0" marR="0" lvl="0" indent="0" algn="l" defTabSz="914400" rtl="0" eaLnBrk="0" fontAlgn="base" latinLnBrk="0" hangingPunct="0">
              <a:lnSpc>
                <a:spcPct val="100000"/>
              </a:lnSpc>
              <a:spcBef>
                <a:spcPct val="0"/>
              </a:spcBef>
              <a:spcAft>
                <a:spcPct val="0"/>
              </a:spcAft>
              <a:buClrTx/>
              <a:buSzTx/>
              <a:buFontTx/>
              <a:buAutoNum type="arabicPeriod" startAt="6"/>
              <a:tabLst/>
            </a:pPr>
            <a:r>
              <a:rPr kumimoji="0" lang="en-US" altLang="en-US" sz="2400" b="1" i="0" u="none" strike="noStrike" cap="none" normalizeH="0" baseline="0" dirty="0">
                <a:ln>
                  <a:noFill/>
                </a:ln>
                <a:solidFill>
                  <a:srgbClr val="ECECEC"/>
                </a:solidFill>
                <a:effectLst/>
                <a:latin typeface="Söhne"/>
              </a:rPr>
              <a:t>Data Storage</a:t>
            </a:r>
            <a:r>
              <a:rPr kumimoji="0" lang="en-US" altLang="en-US" sz="2400" b="0" i="0" u="none" strike="noStrike" cap="none" normalizeH="0" baseline="0" dirty="0">
                <a:ln>
                  <a:noFill/>
                </a:ln>
                <a:solidFill>
                  <a:srgbClr val="ECECEC"/>
                </a:solidFill>
                <a:effectLst/>
                <a:latin typeface="Söhne"/>
              </a:rPr>
              <a:t>: The expenses are stored internally within the </a:t>
            </a:r>
            <a:r>
              <a:rPr kumimoji="0" lang="en-US" altLang="en-US" sz="2400" b="1" i="0" u="none" strike="noStrike" cap="none" normalizeH="0" baseline="0" dirty="0" err="1">
                <a:ln>
                  <a:noFill/>
                </a:ln>
                <a:solidFill>
                  <a:srgbClr val="ECECEC"/>
                </a:solidFill>
                <a:effectLst/>
                <a:latin typeface="Söhne Mono"/>
              </a:rPr>
              <a:t>ExpenseTracker</a:t>
            </a:r>
            <a:r>
              <a:rPr kumimoji="0" lang="en-US" altLang="en-US" sz="2400" b="0" i="0" u="none" strike="noStrike" cap="none" normalizeH="0" baseline="0" dirty="0">
                <a:ln>
                  <a:noFill/>
                </a:ln>
                <a:solidFill>
                  <a:srgbClr val="ECECEC"/>
                </a:solidFill>
                <a:effectLst/>
                <a:latin typeface="Söhne"/>
              </a:rPr>
              <a:t> class instance as a list of dictionaries, with each dictionary representing an expense entry containing the category and amount of the expense.</a:t>
            </a:r>
          </a:p>
          <a:p>
            <a:pPr marL="0" marR="0" lvl="0" indent="0" algn="l" defTabSz="914400" rtl="0" eaLnBrk="0" fontAlgn="base" latinLnBrk="0" hangingPunct="0">
              <a:lnSpc>
                <a:spcPct val="100000"/>
              </a:lnSpc>
              <a:spcBef>
                <a:spcPct val="0"/>
              </a:spcBef>
              <a:spcAft>
                <a:spcPct val="0"/>
              </a:spcAft>
              <a:buClrTx/>
              <a:buSzTx/>
              <a:buFontTx/>
              <a:buAutoNum type="arabicPeriod" startAt="6"/>
              <a:tabLst/>
            </a:pPr>
            <a:endParaRPr kumimoji="0" lang="en-US" altLang="en-US" sz="2400" b="0" i="0" u="none" strike="noStrike" cap="none" normalizeH="0" baseline="0" dirty="0">
              <a:ln>
                <a:noFill/>
              </a:ln>
              <a:solidFill>
                <a:srgbClr val="ECECEC"/>
              </a:solidFill>
              <a:effectLst/>
              <a:latin typeface="Söhne"/>
            </a:endParaRPr>
          </a:p>
          <a:p>
            <a:pPr marL="0" marR="0" lvl="0" indent="0" algn="l" defTabSz="914400" rtl="0" eaLnBrk="0" fontAlgn="base" latinLnBrk="0" hangingPunct="0">
              <a:lnSpc>
                <a:spcPct val="100000"/>
              </a:lnSpc>
              <a:spcBef>
                <a:spcPct val="0"/>
              </a:spcBef>
              <a:spcAft>
                <a:spcPct val="0"/>
              </a:spcAft>
              <a:buClrTx/>
              <a:buSzTx/>
              <a:buFontTx/>
              <a:buAutoNum type="arabicPeriod" startAt="7"/>
              <a:tabLst/>
            </a:pPr>
            <a:r>
              <a:rPr kumimoji="0" lang="en-US" altLang="en-US" sz="2400" b="1" i="0" u="none" strike="noStrike" cap="none" normalizeH="0" baseline="0" dirty="0">
                <a:ln>
                  <a:noFill/>
                </a:ln>
                <a:solidFill>
                  <a:srgbClr val="ECECEC"/>
                </a:solidFill>
                <a:effectLst/>
                <a:latin typeface="Söhne"/>
              </a:rPr>
              <a:t>User Interaction</a:t>
            </a:r>
            <a:r>
              <a:rPr kumimoji="0" lang="en-US" altLang="en-US" sz="2400" b="0" i="0" u="none" strike="noStrike" cap="none" normalizeH="0" baseline="0" dirty="0">
                <a:ln>
                  <a:noFill/>
                </a:ln>
                <a:solidFill>
                  <a:srgbClr val="ECECEC"/>
                </a:solidFill>
                <a:effectLst/>
                <a:latin typeface="Söhne"/>
              </a:rPr>
              <a:t>: The program interacts with the user through the console, displaying messages and prompts for input.</a:t>
            </a: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800" b="0" i="0" u="none" strike="noStrike" cap="none" normalizeH="0" baseline="0" dirty="0">
                <a:ln>
                  <a:noFill/>
                </a:ln>
                <a:solidFill>
                  <a:schemeClr val="tx1"/>
                </a:solidFill>
                <a:effectLst/>
              </a:rPr>
            </a:br>
            <a:endParaRPr kumimoji="0" lang="en-US" altLang="en-US" sz="3600" b="0" i="0" u="none" strike="noStrike" cap="none" normalizeH="0" baseline="0" dirty="0">
              <a:ln>
                <a:noFill/>
              </a:ln>
              <a:solidFill>
                <a:schemeClr val="tx1"/>
              </a:solidFill>
              <a:effectLst/>
              <a:latin typeface="Arial" panose="020B0604020202020204" pitchFamily="34" charset="0"/>
            </a:endParaRPr>
          </a:p>
          <a:p>
            <a:endParaRPr lang="en-IN" dirty="0"/>
          </a:p>
        </p:txBody>
      </p:sp>
    </p:spTree>
    <p:extLst>
      <p:ext uri="{BB962C8B-B14F-4D97-AF65-F5344CB8AC3E}">
        <p14:creationId xmlns:p14="http://schemas.microsoft.com/office/powerpoint/2010/main" val="37893344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979D0-79AC-7D01-7F75-ACC26593DA70}"/>
              </a:ext>
            </a:extLst>
          </p:cNvPr>
          <p:cNvSpPr>
            <a:spLocks noGrp="1"/>
          </p:cNvSpPr>
          <p:nvPr>
            <p:ph type="title"/>
          </p:nvPr>
        </p:nvSpPr>
        <p:spPr>
          <a:xfrm>
            <a:off x="909836" y="260648"/>
            <a:ext cx="10116617" cy="1371600"/>
          </a:xfrm>
        </p:spPr>
        <p:txBody>
          <a:bodyPr/>
          <a:lstStyle/>
          <a:p>
            <a:r>
              <a:rPr lang="en-US" u="sng" dirty="0"/>
              <a:t>Uses</a:t>
            </a:r>
            <a:br>
              <a:rPr lang="en-US" dirty="0"/>
            </a:br>
            <a:endParaRPr lang="en-IN" dirty="0"/>
          </a:p>
        </p:txBody>
      </p:sp>
      <p:sp>
        <p:nvSpPr>
          <p:cNvPr id="3" name="Content Placeholder 2">
            <a:extLst>
              <a:ext uri="{FF2B5EF4-FFF2-40B4-BE49-F238E27FC236}">
                <a16:creationId xmlns:a16="http://schemas.microsoft.com/office/drawing/2014/main" id="{F052D426-EDD6-A4EC-6D8A-A3684DDA258E}"/>
              </a:ext>
            </a:extLst>
          </p:cNvPr>
          <p:cNvSpPr>
            <a:spLocks noGrp="1"/>
          </p:cNvSpPr>
          <p:nvPr>
            <p:ph idx="1"/>
          </p:nvPr>
        </p:nvSpPr>
        <p:spPr>
          <a:xfrm>
            <a:off x="725968" y="1268760"/>
            <a:ext cx="10945215" cy="4968551"/>
          </a:xfrm>
        </p:spPr>
        <p:txBody>
          <a:bodyPr>
            <a:normAutofit lnSpcReduction="10000"/>
          </a:bodyPr>
          <a:lstStyle/>
          <a:p>
            <a:r>
              <a:rPr lang="en-US" b="1" i="0" dirty="0">
                <a:solidFill>
                  <a:srgbClr val="ECECEC"/>
                </a:solidFill>
                <a:effectLst/>
                <a:latin typeface="Söhne"/>
              </a:rPr>
              <a:t>Budgeting</a:t>
            </a:r>
            <a:r>
              <a:rPr lang="en-US" b="0" i="0" dirty="0">
                <a:solidFill>
                  <a:srgbClr val="ECECEC"/>
                </a:solidFill>
                <a:effectLst/>
                <a:latin typeface="Söhne"/>
              </a:rPr>
              <a:t>: One of the primary uses of an expense tracker is to help individuals or households budget their finances more effectively.</a:t>
            </a:r>
          </a:p>
          <a:p>
            <a:r>
              <a:rPr lang="en-US" b="1" i="0" dirty="0">
                <a:solidFill>
                  <a:srgbClr val="ECECEC"/>
                </a:solidFill>
                <a:effectLst/>
                <a:latin typeface="Söhne"/>
              </a:rPr>
              <a:t>Financial Planning</a:t>
            </a:r>
            <a:r>
              <a:rPr lang="en-US" b="0" i="0" dirty="0">
                <a:solidFill>
                  <a:srgbClr val="ECECEC"/>
                </a:solidFill>
                <a:effectLst/>
                <a:latin typeface="Söhne"/>
              </a:rPr>
              <a:t>: Expense trackers are valuable tools for financial planning. They allow users to forecast future expenses based on past spending patterns, set savings goals, and allocate funds for specific purposes such as emergencies, vacations, or major purchases.</a:t>
            </a:r>
          </a:p>
          <a:p>
            <a:r>
              <a:rPr lang="en-US" b="1" i="0" dirty="0">
                <a:solidFill>
                  <a:srgbClr val="ECECEC"/>
                </a:solidFill>
                <a:effectLst/>
                <a:latin typeface="Söhne"/>
              </a:rPr>
              <a:t>Shared Expenses</a:t>
            </a:r>
            <a:r>
              <a:rPr lang="en-US" b="0" i="0" dirty="0">
                <a:solidFill>
                  <a:srgbClr val="ECECEC"/>
                </a:solidFill>
                <a:effectLst/>
                <a:latin typeface="Söhne"/>
              </a:rPr>
              <a:t>: Expense trackers are useful for managing shared expenses among roommates, family members, or business partners.</a:t>
            </a:r>
          </a:p>
          <a:p>
            <a:r>
              <a:rPr lang="en-US" b="1" i="0" dirty="0">
                <a:solidFill>
                  <a:srgbClr val="ECECEC"/>
                </a:solidFill>
                <a:effectLst/>
                <a:latin typeface="Söhne"/>
              </a:rPr>
              <a:t>Financial Accountability</a:t>
            </a:r>
            <a:r>
              <a:rPr lang="en-US" b="0" i="0" dirty="0">
                <a:solidFill>
                  <a:srgbClr val="ECECEC"/>
                </a:solidFill>
                <a:effectLst/>
                <a:latin typeface="Söhne"/>
              </a:rPr>
              <a:t>: By maintaining a record of expenses, users hold themselves accountable for their financial decisions and behaviors.</a:t>
            </a:r>
          </a:p>
          <a:p>
            <a:r>
              <a:rPr lang="en-US" b="1" i="0" dirty="0">
                <a:solidFill>
                  <a:srgbClr val="ECECEC"/>
                </a:solidFill>
                <a:effectLst/>
                <a:latin typeface="Söhne"/>
              </a:rPr>
              <a:t>Tracking Tax Deductions</a:t>
            </a:r>
            <a:r>
              <a:rPr lang="en-US" b="0" i="0" dirty="0">
                <a:solidFill>
                  <a:srgbClr val="ECECEC"/>
                </a:solidFill>
                <a:effectLst/>
                <a:latin typeface="Söhne"/>
              </a:rPr>
              <a:t>: For individuals who need to track expenses for tax purposes, such as self-employed individuals or small business owners, an expense tracker can be invaluable</a:t>
            </a:r>
          </a:p>
          <a:p>
            <a:endParaRPr lang="en-IN" dirty="0"/>
          </a:p>
        </p:txBody>
      </p:sp>
    </p:spTree>
    <p:extLst>
      <p:ext uri="{BB962C8B-B14F-4D97-AF65-F5344CB8AC3E}">
        <p14:creationId xmlns:p14="http://schemas.microsoft.com/office/powerpoint/2010/main" val="6097606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F53BBD-520C-DCA8-A014-4BCC2976FE2D}"/>
              </a:ext>
            </a:extLst>
          </p:cNvPr>
          <p:cNvSpPr>
            <a:spLocks noGrp="1"/>
          </p:cNvSpPr>
          <p:nvPr>
            <p:ph type="title"/>
          </p:nvPr>
        </p:nvSpPr>
        <p:spPr/>
        <p:txBody>
          <a:bodyPr/>
          <a:lstStyle/>
          <a:p>
            <a:r>
              <a:rPr lang="en-US" u="sng" dirty="0"/>
              <a:t>ADVANTAGES</a:t>
            </a:r>
            <a:endParaRPr lang="en-IN" u="sng" dirty="0"/>
          </a:p>
        </p:txBody>
      </p:sp>
      <p:sp>
        <p:nvSpPr>
          <p:cNvPr id="3" name="Content Placeholder 2">
            <a:extLst>
              <a:ext uri="{FF2B5EF4-FFF2-40B4-BE49-F238E27FC236}">
                <a16:creationId xmlns:a16="http://schemas.microsoft.com/office/drawing/2014/main" id="{1E19291A-B11A-8D94-911B-231385CCC8E3}"/>
              </a:ext>
            </a:extLst>
          </p:cNvPr>
          <p:cNvSpPr>
            <a:spLocks noGrp="1"/>
          </p:cNvSpPr>
          <p:nvPr>
            <p:ph idx="1"/>
          </p:nvPr>
        </p:nvSpPr>
        <p:spPr/>
        <p:txBody>
          <a:bodyPr/>
          <a:lstStyle/>
          <a:p>
            <a:r>
              <a:rPr lang="en-US" b="1" i="0" dirty="0">
                <a:solidFill>
                  <a:srgbClr val="ECECEC"/>
                </a:solidFill>
                <a:effectLst/>
                <a:latin typeface="Söhne"/>
              </a:rPr>
              <a:t>Financial Awareness</a:t>
            </a:r>
            <a:r>
              <a:rPr lang="en-US" b="0" i="0" dirty="0">
                <a:solidFill>
                  <a:srgbClr val="ECECEC"/>
                </a:solidFill>
                <a:effectLst/>
                <a:latin typeface="Söhne"/>
              </a:rPr>
              <a:t>: By tracking expenses regularly, individuals gain a deeper understanding of their financial habits and patterns.</a:t>
            </a:r>
          </a:p>
          <a:p>
            <a:r>
              <a:rPr lang="en-US" b="1" i="0" dirty="0">
                <a:solidFill>
                  <a:srgbClr val="ECECEC"/>
                </a:solidFill>
                <a:effectLst/>
                <a:latin typeface="Söhne"/>
              </a:rPr>
              <a:t>Identifying Areas for Improvement</a:t>
            </a:r>
            <a:r>
              <a:rPr lang="en-US" b="0" i="0" dirty="0">
                <a:solidFill>
                  <a:srgbClr val="ECECEC"/>
                </a:solidFill>
                <a:effectLst/>
                <a:latin typeface="Söhne"/>
              </a:rPr>
              <a:t>: Analyzing expense data helps users identify areas where they can reduce unnecessary spending or make more cost-effective choices.</a:t>
            </a:r>
          </a:p>
          <a:p>
            <a:r>
              <a:rPr lang="en-US" b="1" i="0" dirty="0">
                <a:solidFill>
                  <a:srgbClr val="ECECEC"/>
                </a:solidFill>
                <a:effectLst/>
                <a:latin typeface="Söhne"/>
              </a:rPr>
              <a:t>Budget Management</a:t>
            </a:r>
            <a:r>
              <a:rPr lang="en-US" b="0" i="0" dirty="0">
                <a:solidFill>
                  <a:srgbClr val="ECECEC"/>
                </a:solidFill>
                <a:effectLst/>
                <a:latin typeface="Söhne"/>
              </a:rPr>
              <a:t>: Expense trackers assist in creating and maintaining budgets by providing a clear overview of income and expenditures. </a:t>
            </a:r>
          </a:p>
          <a:p>
            <a:r>
              <a:rPr lang="en-US" b="1" i="0" dirty="0">
                <a:solidFill>
                  <a:srgbClr val="ECECEC"/>
                </a:solidFill>
                <a:effectLst/>
                <a:latin typeface="Söhne"/>
              </a:rPr>
              <a:t>Data-Driven Decision Making</a:t>
            </a:r>
            <a:r>
              <a:rPr lang="en-US" b="0" i="0" dirty="0">
                <a:solidFill>
                  <a:srgbClr val="ECECEC"/>
                </a:solidFill>
                <a:effectLst/>
                <a:latin typeface="Söhne"/>
              </a:rPr>
              <a:t>: Expense trackers provide valuable data and insights that can inform strategic decision making.</a:t>
            </a:r>
            <a:endParaRPr lang="en-IN" dirty="0"/>
          </a:p>
        </p:txBody>
      </p:sp>
    </p:spTree>
    <p:extLst>
      <p:ext uri="{BB962C8B-B14F-4D97-AF65-F5344CB8AC3E}">
        <p14:creationId xmlns:p14="http://schemas.microsoft.com/office/powerpoint/2010/main" val="5613005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464DFE-B646-A60F-BD22-094E5C5D7A18}"/>
              </a:ext>
            </a:extLst>
          </p:cNvPr>
          <p:cNvSpPr>
            <a:spLocks noGrp="1"/>
          </p:cNvSpPr>
          <p:nvPr>
            <p:ph type="title"/>
          </p:nvPr>
        </p:nvSpPr>
        <p:spPr>
          <a:xfrm>
            <a:off x="1522413" y="381000"/>
            <a:ext cx="9144001" cy="743744"/>
          </a:xfrm>
        </p:spPr>
        <p:txBody>
          <a:bodyPr/>
          <a:lstStyle/>
          <a:p>
            <a:r>
              <a:rPr lang="en-US" u="sng" dirty="0"/>
              <a:t>DISADVANTAGES</a:t>
            </a:r>
            <a:endParaRPr lang="en-IN" u="sng" dirty="0"/>
          </a:p>
        </p:txBody>
      </p:sp>
      <p:sp>
        <p:nvSpPr>
          <p:cNvPr id="3" name="Content Placeholder 2">
            <a:extLst>
              <a:ext uri="{FF2B5EF4-FFF2-40B4-BE49-F238E27FC236}">
                <a16:creationId xmlns:a16="http://schemas.microsoft.com/office/drawing/2014/main" id="{4FC0294D-E6BB-785F-7D39-05C3AC470507}"/>
              </a:ext>
            </a:extLst>
          </p:cNvPr>
          <p:cNvSpPr>
            <a:spLocks noGrp="1"/>
          </p:cNvSpPr>
          <p:nvPr>
            <p:ph idx="1"/>
          </p:nvPr>
        </p:nvSpPr>
        <p:spPr>
          <a:xfrm>
            <a:off x="1522413" y="1340768"/>
            <a:ext cx="9134391" cy="4968551"/>
          </a:xfrm>
        </p:spPr>
        <p:txBody>
          <a:bodyPr>
            <a:normAutofit lnSpcReduction="10000"/>
          </a:bodyPr>
          <a:lstStyle/>
          <a:p>
            <a:r>
              <a:rPr lang="en-US" b="1" i="0" dirty="0">
                <a:solidFill>
                  <a:srgbClr val="ECECEC"/>
                </a:solidFill>
                <a:effectLst/>
                <a:latin typeface="Söhne"/>
              </a:rPr>
              <a:t>Privacy Concerns</a:t>
            </a:r>
            <a:r>
              <a:rPr lang="en-US" b="0" i="0" dirty="0">
                <a:solidFill>
                  <a:srgbClr val="ECECEC"/>
                </a:solidFill>
                <a:effectLst/>
                <a:latin typeface="Söhne"/>
              </a:rPr>
              <a:t>: Storing sensitive financial information in digital expense tracking systems raises privacy concerns, particularly regarding data security and protection against unauthorized access or cyberattacks. Users may be hesitant to disclose personal financial details, especially if using cloud-based or third-party platforms.</a:t>
            </a:r>
          </a:p>
          <a:p>
            <a:r>
              <a:rPr lang="en-US" b="1" i="0" dirty="0">
                <a:solidFill>
                  <a:srgbClr val="ECECEC"/>
                </a:solidFill>
                <a:effectLst/>
                <a:latin typeface="Söhne"/>
              </a:rPr>
              <a:t>Dependency on Historical Data</a:t>
            </a:r>
            <a:r>
              <a:rPr lang="en-US" b="0" i="0" dirty="0">
                <a:solidFill>
                  <a:srgbClr val="ECECEC"/>
                </a:solidFill>
                <a:effectLst/>
                <a:latin typeface="Söhne"/>
              </a:rPr>
              <a:t>: Expense trackers rely on historical expense data to generate insights and forecasts.</a:t>
            </a:r>
          </a:p>
          <a:p>
            <a:r>
              <a:rPr lang="en-US" b="1" i="0" dirty="0">
                <a:solidFill>
                  <a:srgbClr val="ECECEC"/>
                </a:solidFill>
                <a:effectLst/>
                <a:latin typeface="Söhne"/>
              </a:rPr>
              <a:t>Inflexibility</a:t>
            </a:r>
            <a:r>
              <a:rPr lang="en-US" b="0" i="0" dirty="0">
                <a:solidFill>
                  <a:srgbClr val="ECECEC"/>
                </a:solidFill>
                <a:effectLst/>
                <a:latin typeface="Söhne"/>
              </a:rPr>
              <a:t>: Expense tracking systems may lack flexibility to accommodate changes in financial goals, lifestyle, or spending habits over time.</a:t>
            </a:r>
          </a:p>
          <a:p>
            <a:r>
              <a:rPr lang="en-US" b="1" i="0" dirty="0">
                <a:solidFill>
                  <a:srgbClr val="ECECEC"/>
                </a:solidFill>
                <a:effectLst/>
                <a:latin typeface="Söhne"/>
              </a:rPr>
              <a:t>False Sense of Security</a:t>
            </a:r>
            <a:r>
              <a:rPr lang="en-US" b="0" i="0" dirty="0">
                <a:solidFill>
                  <a:srgbClr val="ECECEC"/>
                </a:solidFill>
                <a:effectLst/>
                <a:latin typeface="Söhne"/>
              </a:rPr>
              <a:t>: While expense trackers provide valuable insights into spending habits, users may develop a false sense of security about their financial situation. </a:t>
            </a:r>
            <a:endParaRPr lang="en-US" b="1" i="0" dirty="0">
              <a:solidFill>
                <a:srgbClr val="ECECEC"/>
              </a:solidFill>
              <a:effectLst/>
              <a:latin typeface="Söhne"/>
            </a:endParaRPr>
          </a:p>
          <a:p>
            <a:endParaRPr lang="en-IN" dirty="0"/>
          </a:p>
        </p:txBody>
      </p:sp>
    </p:spTree>
    <p:extLst>
      <p:ext uri="{BB962C8B-B14F-4D97-AF65-F5344CB8AC3E}">
        <p14:creationId xmlns:p14="http://schemas.microsoft.com/office/powerpoint/2010/main" val="40484691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F18F69-F258-B50B-D398-D365CD18DED4}"/>
              </a:ext>
            </a:extLst>
          </p:cNvPr>
          <p:cNvSpPr>
            <a:spLocks noGrp="1"/>
          </p:cNvSpPr>
          <p:nvPr>
            <p:ph type="title"/>
          </p:nvPr>
        </p:nvSpPr>
        <p:spPr>
          <a:xfrm>
            <a:off x="549796" y="404664"/>
            <a:ext cx="9144001" cy="959768"/>
          </a:xfrm>
        </p:spPr>
        <p:txBody>
          <a:bodyPr/>
          <a:lstStyle/>
          <a:p>
            <a:r>
              <a:rPr lang="en-US" u="sng" dirty="0"/>
              <a:t>FUTURE SCOPE</a:t>
            </a:r>
            <a:endParaRPr lang="en-IN" u="sng" dirty="0"/>
          </a:p>
        </p:txBody>
      </p:sp>
      <p:sp>
        <p:nvSpPr>
          <p:cNvPr id="3" name="Content Placeholder 2">
            <a:extLst>
              <a:ext uri="{FF2B5EF4-FFF2-40B4-BE49-F238E27FC236}">
                <a16:creationId xmlns:a16="http://schemas.microsoft.com/office/drawing/2014/main" id="{41775C1F-D446-CDC2-8DB9-7E0117068F20}"/>
              </a:ext>
            </a:extLst>
          </p:cNvPr>
          <p:cNvSpPr>
            <a:spLocks noGrp="1"/>
          </p:cNvSpPr>
          <p:nvPr>
            <p:ph idx="1"/>
          </p:nvPr>
        </p:nvSpPr>
        <p:spPr>
          <a:xfrm>
            <a:off x="397177" y="1481203"/>
            <a:ext cx="11097835" cy="5184575"/>
          </a:xfrm>
        </p:spPr>
        <p:txBody>
          <a:bodyPr>
            <a:normAutofit lnSpcReduction="10000"/>
          </a:bodyPr>
          <a:lstStyle/>
          <a:p>
            <a:r>
              <a:rPr lang="en-US" b="1" i="0" dirty="0">
                <a:solidFill>
                  <a:srgbClr val="ECECEC"/>
                </a:solidFill>
                <a:effectLst/>
                <a:latin typeface="Söhne"/>
              </a:rPr>
              <a:t>Mobile and Wearable Integration</a:t>
            </a:r>
            <a:r>
              <a:rPr lang="en-US" b="0" i="0" dirty="0">
                <a:solidFill>
                  <a:srgbClr val="ECECEC"/>
                </a:solidFill>
                <a:effectLst/>
                <a:latin typeface="Söhne"/>
              </a:rPr>
              <a:t>: With the increasing prevalence of smartphones and wearable devices, future expense trackers could offer seamless integration with these platforms.</a:t>
            </a:r>
          </a:p>
          <a:p>
            <a:r>
              <a:rPr lang="en-US" b="1" i="0" dirty="0">
                <a:solidFill>
                  <a:srgbClr val="ECECEC"/>
                </a:solidFill>
                <a:effectLst/>
                <a:latin typeface="Söhne"/>
              </a:rPr>
              <a:t>Blockchain and Cryptocurrency Integration</a:t>
            </a:r>
            <a:r>
              <a:rPr lang="en-US" b="0" i="0" dirty="0">
                <a:solidFill>
                  <a:srgbClr val="ECECEC"/>
                </a:solidFill>
                <a:effectLst/>
                <a:latin typeface="Söhne"/>
              </a:rPr>
              <a:t>: With the growing popularity of blockchain technology and cryptocurrencies, future expense trackers could support tracking and managing crypto transactions alongside traditional fiat currency expenses.</a:t>
            </a:r>
          </a:p>
          <a:p>
            <a:r>
              <a:rPr lang="en-US" b="1" i="0" dirty="0">
                <a:solidFill>
                  <a:srgbClr val="ECECEC"/>
                </a:solidFill>
                <a:effectLst/>
                <a:latin typeface="Söhne"/>
              </a:rPr>
              <a:t>Predictive Analytics and Forecasting</a:t>
            </a:r>
            <a:r>
              <a:rPr lang="en-US" b="0" i="0" dirty="0">
                <a:solidFill>
                  <a:srgbClr val="ECECEC"/>
                </a:solidFill>
                <a:effectLst/>
                <a:latin typeface="Söhne"/>
              </a:rPr>
              <a:t>: By analyzing historical expense data and external factors like economic trends and market conditions, future expense trackers could offer predictive analytics and forecasting capabilities.</a:t>
            </a:r>
          </a:p>
          <a:p>
            <a:r>
              <a:rPr lang="en-US" b="1" i="0" dirty="0">
                <a:solidFill>
                  <a:srgbClr val="ECECEC"/>
                </a:solidFill>
                <a:effectLst/>
                <a:latin typeface="Söhne"/>
              </a:rPr>
              <a:t>Cross-Platform Compatibility and Data Portability</a:t>
            </a:r>
            <a:r>
              <a:rPr lang="en-US" b="0" i="0" dirty="0">
                <a:solidFill>
                  <a:srgbClr val="ECECEC"/>
                </a:solidFill>
                <a:effectLst/>
                <a:latin typeface="Söhne"/>
              </a:rPr>
              <a:t>: Future expense trackers could prioritize cross-platform compatibility and data portability, allowing users to seamlessly access and synchronize their financial data across multiple devices and platforms. This would enhance user convenience, flexibility, and data accessibility.</a:t>
            </a:r>
          </a:p>
          <a:p>
            <a:endParaRPr lang="en-IN" dirty="0"/>
          </a:p>
        </p:txBody>
      </p:sp>
    </p:spTree>
    <p:extLst>
      <p:ext uri="{BB962C8B-B14F-4D97-AF65-F5344CB8AC3E}">
        <p14:creationId xmlns:p14="http://schemas.microsoft.com/office/powerpoint/2010/main" val="11421901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Lst>
</file>

<file path=ppt/theme/theme1.xml><?xml version="1.0" encoding="utf-8"?>
<a:theme xmlns:a="http://schemas.openxmlformats.org/drawingml/2006/main" name="Digital Blue Tunnel 16x9">
  <a:themeElements>
    <a:clrScheme name="Digital Blue Tunnel">
      <a:dk1>
        <a:srgbClr val="000000"/>
      </a:dk1>
      <a:lt1>
        <a:sysClr val="window" lastClr="FFFFFF"/>
      </a:lt1>
      <a:dk2>
        <a:srgbClr val="001027"/>
      </a:dk2>
      <a:lt2>
        <a:srgbClr val="C1EBF7"/>
      </a:lt2>
      <a:accent1>
        <a:srgbClr val="56C5FF"/>
      </a:accent1>
      <a:accent2>
        <a:srgbClr val="4BB836"/>
      </a:accent2>
      <a:accent3>
        <a:srgbClr val="F8B004"/>
      </a:accent3>
      <a:accent4>
        <a:srgbClr val="972ACD"/>
      </a:accent4>
      <a:accent5>
        <a:srgbClr val="F86E24"/>
      </a:accent5>
      <a:accent6>
        <a:srgbClr val="DB30C7"/>
      </a:accent6>
      <a:hlink>
        <a:srgbClr val="F8B004"/>
      </a:hlink>
      <a:folHlink>
        <a:srgbClr val="969696"/>
      </a:folHlink>
    </a:clrScheme>
    <a:fontScheme name="Corbel">
      <a:majorFont>
        <a:latin typeface="Corbe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F02895261.potx" id="{4CBF9558-C12D-4F51-9AA3-9D0796951DBC}" vid="{FFC159E6-A134-46E7-B1A0-C306E39FC295}"/>
    </a:ext>
  </a:extLst>
</a:theme>
</file>

<file path=ppt/theme/theme2.xml><?xml version="1.0" encoding="utf-8"?>
<a:theme xmlns:a="http://schemas.openxmlformats.org/drawingml/2006/main" name="Office Theme">
  <a:themeElements>
    <a:clrScheme name="Digital Blue Tunnel">
      <a:dk1>
        <a:srgbClr val="000000"/>
      </a:dk1>
      <a:lt1>
        <a:sysClr val="window" lastClr="FFFFFF"/>
      </a:lt1>
      <a:dk2>
        <a:srgbClr val="001027"/>
      </a:dk2>
      <a:lt2>
        <a:srgbClr val="C1EBF7"/>
      </a:lt2>
      <a:accent1>
        <a:srgbClr val="56C5FF"/>
      </a:accent1>
      <a:accent2>
        <a:srgbClr val="4BB836"/>
      </a:accent2>
      <a:accent3>
        <a:srgbClr val="F8B004"/>
      </a:accent3>
      <a:accent4>
        <a:srgbClr val="972ACD"/>
      </a:accent4>
      <a:accent5>
        <a:srgbClr val="F86E24"/>
      </a:accent5>
      <a:accent6>
        <a:srgbClr val="DB30C7"/>
      </a:accent6>
      <a:hlink>
        <a:srgbClr val="F8B004"/>
      </a:hlink>
      <a:folHlink>
        <a:srgbClr val="969696"/>
      </a:folHlink>
    </a:clrScheme>
    <a:fontScheme name="Corbel">
      <a:majorFont>
        <a:latin typeface="Corbe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ppt/theme/theme3.xml><?xml version="1.0" encoding="utf-8"?>
<a:theme xmlns:a="http://schemas.openxmlformats.org/drawingml/2006/main" name="Office Theme">
  <a:themeElements>
    <a:clrScheme name="Digital Blue Tunnel">
      <a:dk1>
        <a:srgbClr val="000000"/>
      </a:dk1>
      <a:lt1>
        <a:sysClr val="window" lastClr="FFFFFF"/>
      </a:lt1>
      <a:dk2>
        <a:srgbClr val="001027"/>
      </a:dk2>
      <a:lt2>
        <a:srgbClr val="C1EBF7"/>
      </a:lt2>
      <a:accent1>
        <a:srgbClr val="56C5FF"/>
      </a:accent1>
      <a:accent2>
        <a:srgbClr val="4BB836"/>
      </a:accent2>
      <a:accent3>
        <a:srgbClr val="F8B004"/>
      </a:accent3>
      <a:accent4>
        <a:srgbClr val="972ACD"/>
      </a:accent4>
      <a:accent5>
        <a:srgbClr val="F86E24"/>
      </a:accent5>
      <a:accent6>
        <a:srgbClr val="DB30C7"/>
      </a:accent6>
      <a:hlink>
        <a:srgbClr val="F8B004"/>
      </a:hlink>
      <a:folHlink>
        <a:srgbClr val="969696"/>
      </a:folHlink>
    </a:clrScheme>
    <a:fontScheme name="Corbel">
      <a:majorFont>
        <a:latin typeface="Corbe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Business digital blue tunnel presentation (widescreen)</Template>
  <TotalTime>69</TotalTime>
  <Words>862</Words>
  <Application>Microsoft Office PowerPoint</Application>
  <PresentationFormat>Custom</PresentationFormat>
  <Paragraphs>45</Paragraphs>
  <Slides>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Arial</vt:lpstr>
      <vt:lpstr>Corbel</vt:lpstr>
      <vt:lpstr>Google Sans</vt:lpstr>
      <vt:lpstr>Söhne</vt:lpstr>
      <vt:lpstr>Söhne Mono</vt:lpstr>
      <vt:lpstr>Digital Blue Tunnel 16x9</vt:lpstr>
      <vt:lpstr>EXPENSE TRACKER</vt:lpstr>
      <vt:lpstr>INTRODUCTION</vt:lpstr>
      <vt:lpstr>WORKING</vt:lpstr>
      <vt:lpstr>Continuation… </vt:lpstr>
      <vt:lpstr>Uses </vt:lpstr>
      <vt:lpstr>ADVANTAGES</vt:lpstr>
      <vt:lpstr>DISADVANTAGES</vt:lpstr>
      <vt:lpstr>FUTURE SCOPE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EXPENSE TRACKER</dc:title>
  <dc:creator>sharmila mandela</dc:creator>
  <cp:lastModifiedBy>sharmila mandela</cp:lastModifiedBy>
  <cp:revision>2</cp:revision>
  <dcterms:created xsi:type="dcterms:W3CDTF">2024-04-16T15:28:50Z</dcterms:created>
  <dcterms:modified xsi:type="dcterms:W3CDTF">2024-04-16T17:06:10Z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nternalTags">
    <vt:lpwstr/>
  </property>
  <property fmtid="{D5CDD505-2E9C-101B-9397-08002B2CF9AE}" pid="3" name="ContentTypeId">
    <vt:lpwstr>0x0101006EDDDB5EE6D98C44930B742096920B300400F5B6D36B3EF94B4E9A635CDF2A18F5B8</vt:lpwstr>
  </property>
  <property fmtid="{D5CDD505-2E9C-101B-9397-08002B2CF9AE}" pid="4" name="FeatureTags">
    <vt:lpwstr/>
  </property>
  <property fmtid="{D5CDD505-2E9C-101B-9397-08002B2CF9AE}" pid="5" name="LocalizationTags">
    <vt:lpwstr/>
  </property>
  <property fmtid="{D5CDD505-2E9C-101B-9397-08002B2CF9AE}" pid="6" name="ScenarioTags">
    <vt:lpwstr/>
  </property>
  <property fmtid="{D5CDD505-2E9C-101B-9397-08002B2CF9AE}" pid="7" name="CampaignTags">
    <vt:lpwstr/>
  </property>
</Properties>
</file>